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4" r:id="rId3"/>
    <p:sldId id="256" r:id="rId4"/>
    <p:sldId id="268" r:id="rId5"/>
    <p:sldId id="259" r:id="rId6"/>
    <p:sldId id="260" r:id="rId7"/>
    <p:sldId id="269" r:id="rId8"/>
    <p:sldId id="27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111827"/>
    <a:srgbClr val="0A292C"/>
    <a:srgbClr val="DBE91A"/>
    <a:srgbClr val="E5DFC1"/>
    <a:srgbClr val="800000"/>
    <a:srgbClr val="6B7280"/>
    <a:srgbClr val="EDE9D5"/>
    <a:srgbClr val="64748B"/>
    <a:srgbClr val="1E3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94660"/>
  </p:normalViewPr>
  <p:slideViewPr>
    <p:cSldViewPr snapToGrid="0">
      <p:cViewPr>
        <p:scale>
          <a:sx n="25" d="100"/>
          <a:sy n="25" d="100"/>
        </p:scale>
        <p:origin x="3096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65390-C863-E49C-79FF-1DE81887A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AEB1F4-30F0-4FBA-0604-DC5527353F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02F31-4200-43A7-5347-F96CEC110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19CAA-B72A-485C-B85F-8EE84623571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0D7D6-7B49-E582-7520-4D100994B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EC331-9B43-4F77-2F8F-6F810ED10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AEA4A-39C6-4BF0-9AD3-870C378EF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680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B4C0E-3054-9B80-4500-683D8BC93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BE571-5E7C-AF90-B70D-9BC9ABEBD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C1CD1-B38A-8CDA-4F31-D0EB18235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19CAA-B72A-485C-B85F-8EE84623571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62C3A-47F1-BBD0-46E0-86052753E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EB053-44EB-8335-2939-058F99767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AEA4A-39C6-4BF0-9AD3-870C378EF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116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DDBF6-A5F0-CC07-8842-722A34D43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88A0B-6727-AAE5-5F15-CDDF45AA9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3F84F-C2B2-77D7-3D9B-28794792C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19CAA-B72A-485C-B85F-8EE84623571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BC1AA-A9C2-30CB-098D-6DFC02E31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5D000-69CC-698C-4A27-63ADDB2B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AEA4A-39C6-4BF0-9AD3-870C378EF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538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A6D23-6966-885F-41D1-C743F8D0C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F2047-5BE2-5C5F-2CCB-86377759EA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A51FD8-EBE1-E50B-09FF-7865B432F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4930E-96DC-0786-1090-A087280D2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19CAA-B72A-485C-B85F-8EE84623571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4F9DDD-807E-13F5-D1BB-96C50A361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72814-5C1B-53EC-A00D-60682C643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AEA4A-39C6-4BF0-9AD3-870C378EF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787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5647B-0DDA-7060-9DAB-F73088DFA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AF947-483B-D9F8-F622-A64563F5D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127C44-D68E-511C-0BDD-3B61A6D57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7801A9-3FEA-D36C-76CD-8C955BEE35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A7B3EB-6F8E-92CD-C18E-CC261D5003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1DD6F3-6A61-F219-5021-5F3C5ED93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19CAA-B72A-485C-B85F-8EE84623571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0E6130-F4FF-9AF4-F8A6-DD965E61D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9DE59D-CD8C-9EAF-59E5-DD9189466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AEA4A-39C6-4BF0-9AD3-870C378EF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115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49DFB-5FC2-0729-17D1-941839851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B5376A-214B-C585-ACD5-A46E9FF1A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19CAA-B72A-485C-B85F-8EE84623571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75D0AE-CB03-4AD8-BA14-A951BC42E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EEABFF-169A-C62B-95E4-F5AB0E1DB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AEA4A-39C6-4BF0-9AD3-870C378EF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327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8DF57A-67A3-7735-CF00-4B9B4FF35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19CAA-B72A-485C-B85F-8EE84623571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402ACB-58EB-AC28-3293-899B8276B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18C9F-DE00-B27D-FCA2-E6DC0B9A5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AEA4A-39C6-4BF0-9AD3-870C378EF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816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F4FA7-25A8-1FCD-F079-5D5F67236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408A0-5454-9BE9-69DC-A6C021D86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A55700-33F1-5EC5-24A9-56DF4B59D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34E08-02EF-3733-5759-58464DB1D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19CAA-B72A-485C-B85F-8EE84623571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1A3DB-6F60-FAA5-FF39-847C1B467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C2245-7DC2-48F2-D191-9A9C12218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AEA4A-39C6-4BF0-9AD3-870C378EF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245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8BDB4-0367-7E98-B0DC-20ED368EB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37F9B1-F803-F13C-BD62-92E131457A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51DC53-FFE8-69AF-E05E-69AF5C866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6DD09-2FC2-F27F-7DF0-22C4BECDA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19CAA-B72A-485C-B85F-8EE84623571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ED7F0-7F77-1B36-D58F-8E7C957CA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EE651-3200-969D-C0BD-5A98A3317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AEA4A-39C6-4BF0-9AD3-870C378EF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697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B3182-B43B-1A4A-2EA6-95542D680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A22FD3-C4AE-08D0-3312-2A7B53F2F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5052A-7C11-5A7C-69E7-74DEE128D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19CAA-B72A-485C-B85F-8EE84623571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F322F-5C68-00D2-6DEE-E38726DFF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112F9-3137-5C44-C157-DFFA3C132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AEA4A-39C6-4BF0-9AD3-870C378EF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931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869499-B3FC-8B9E-42E2-BFB5FABF6A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5DF74A-63B7-3D4B-E5BA-4423C9BC9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496BE-601E-121B-9F41-A4C5B18C9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19CAA-B72A-485C-B85F-8EE84623571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81E3F-877F-0BB7-D2FC-38E35729F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759D1-1123-3AD9-7C34-AFA751F67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AEA4A-39C6-4BF0-9AD3-870C378EF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150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BBD885-1E0C-74E9-7B95-0695C45B4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AF042-47A7-A945-D8F7-0FA20ADF6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B0F98-CE85-7FD7-7C87-62BBD1DA46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19CAA-B72A-485C-B85F-8EE84623571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0D0A2-38A0-0220-6166-B5160A65E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1082C-265B-ADD2-25AB-1400E21898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AEA4A-39C6-4BF0-9AD3-870C378EF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960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217238-1363-0A4B-96EB-B4708D69C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6592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5BDAE-E053-DF91-22A0-C5981ED21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BE00D44-E601-6DFB-547A-B879505E769C}"/>
              </a:ext>
            </a:extLst>
          </p:cNvPr>
          <p:cNvSpPr/>
          <p:nvPr/>
        </p:nvSpPr>
        <p:spPr>
          <a:xfrm>
            <a:off x="10501010" y="-3378478"/>
            <a:ext cx="2993491" cy="2993491"/>
          </a:xfrm>
          <a:prstGeom prst="ellipse">
            <a:avLst/>
          </a:prstGeom>
          <a:solidFill>
            <a:srgbClr val="E5DF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6B99A9-0D02-10DD-DAB2-75A8F6BC2D18}"/>
              </a:ext>
            </a:extLst>
          </p:cNvPr>
          <p:cNvSpPr txBox="1"/>
          <p:nvPr/>
        </p:nvSpPr>
        <p:spPr>
          <a:xfrm>
            <a:off x="391810" y="6973677"/>
            <a:ext cx="58400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6B7280"/>
                </a:solidFill>
              </a:rPr>
              <a:t>Next-Gen University Integrated Portal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38FE26F-D2CF-F0A5-7C4E-EA472FE33F64}"/>
              </a:ext>
            </a:extLst>
          </p:cNvPr>
          <p:cNvSpPr/>
          <p:nvPr/>
        </p:nvSpPr>
        <p:spPr>
          <a:xfrm>
            <a:off x="-1373496" y="4775734"/>
            <a:ext cx="250166" cy="250166"/>
          </a:xfrm>
          <a:prstGeom prst="ellipse">
            <a:avLst/>
          </a:prstGeom>
          <a:solidFill>
            <a:srgbClr val="E5DF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1A66BF-CBF6-F084-9333-5BE58DE11244}"/>
              </a:ext>
            </a:extLst>
          </p:cNvPr>
          <p:cNvSpPr/>
          <p:nvPr/>
        </p:nvSpPr>
        <p:spPr>
          <a:xfrm>
            <a:off x="3743514" y="7853680"/>
            <a:ext cx="1409914" cy="1409914"/>
          </a:xfrm>
          <a:prstGeom prst="ellipse">
            <a:avLst/>
          </a:prstGeom>
          <a:solidFill>
            <a:srgbClr val="E5DF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6EEBD2E-2D49-0D4E-6D13-B5D1F61668BD}"/>
              </a:ext>
            </a:extLst>
          </p:cNvPr>
          <p:cNvSpPr/>
          <p:nvPr/>
        </p:nvSpPr>
        <p:spPr>
          <a:xfrm>
            <a:off x="1403347" y="-1505169"/>
            <a:ext cx="647914" cy="647914"/>
          </a:xfrm>
          <a:prstGeom prst="ellipse">
            <a:avLst/>
          </a:prstGeom>
          <a:solidFill>
            <a:srgbClr val="E5DF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C1E8503-A348-6579-8661-4C0E4DBBAC05}"/>
              </a:ext>
            </a:extLst>
          </p:cNvPr>
          <p:cNvSpPr/>
          <p:nvPr/>
        </p:nvSpPr>
        <p:spPr>
          <a:xfrm>
            <a:off x="9853096" y="6973677"/>
            <a:ext cx="647914" cy="647914"/>
          </a:xfrm>
          <a:prstGeom prst="ellipse">
            <a:avLst/>
          </a:prstGeom>
          <a:solidFill>
            <a:srgbClr val="E5DF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41EC7C-C89D-9B9F-5E09-72DB873ACBD5}"/>
              </a:ext>
            </a:extLst>
          </p:cNvPr>
          <p:cNvSpPr txBox="1"/>
          <p:nvPr/>
        </p:nvSpPr>
        <p:spPr>
          <a:xfrm>
            <a:off x="2358015" y="2509515"/>
            <a:ext cx="77477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rgbClr val="111827"/>
                </a:solidFill>
                <a:latin typeface="Bodoni MT Black" panose="02070A03080606020203" pitchFamily="18" charset="0"/>
              </a:rPr>
              <a:t>WELCOME</a:t>
            </a:r>
            <a:endParaRPr lang="en-IN" sz="8000" dirty="0">
              <a:solidFill>
                <a:srgbClr val="111827"/>
              </a:solidFill>
              <a:latin typeface="Bodoni MT Black" panose="02070A030806060202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32DC87-B45D-CF1D-D648-DFFDF828BA78}"/>
              </a:ext>
            </a:extLst>
          </p:cNvPr>
          <p:cNvSpPr txBox="1"/>
          <p:nvPr/>
        </p:nvSpPr>
        <p:spPr>
          <a:xfrm>
            <a:off x="0" y="-4692682"/>
            <a:ext cx="1117646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rgbClr val="111827"/>
                </a:solidFill>
                <a:latin typeface="Bodoni MT Black" panose="02070A03080606020203" pitchFamily="18" charset="0"/>
              </a:rPr>
              <a:t>WEB DEVELOPMENT</a:t>
            </a:r>
            <a:endParaRPr lang="en-IN" sz="8000" dirty="0">
              <a:solidFill>
                <a:srgbClr val="111827"/>
              </a:solidFill>
              <a:latin typeface="Bodoni MT Black" panose="02070A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550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A9951D23-7182-AC60-3E9E-94DE257C8E4B}"/>
              </a:ext>
            </a:extLst>
          </p:cNvPr>
          <p:cNvSpPr/>
          <p:nvPr/>
        </p:nvSpPr>
        <p:spPr>
          <a:xfrm>
            <a:off x="8242588" y="0"/>
            <a:ext cx="2993491" cy="2993491"/>
          </a:xfrm>
          <a:prstGeom prst="ellipse">
            <a:avLst/>
          </a:prstGeom>
          <a:solidFill>
            <a:srgbClr val="E5DF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39E3B9-9159-2D24-441C-C8AEA6DF9BFE}"/>
              </a:ext>
            </a:extLst>
          </p:cNvPr>
          <p:cNvSpPr txBox="1"/>
          <p:nvPr/>
        </p:nvSpPr>
        <p:spPr>
          <a:xfrm>
            <a:off x="1015534" y="1831997"/>
            <a:ext cx="1117646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rgbClr val="111827"/>
                </a:solidFill>
                <a:latin typeface="Bodoni MT Black" panose="02070A03080606020203" pitchFamily="18" charset="0"/>
              </a:rPr>
              <a:t>WEB DEVELOPMENT</a:t>
            </a:r>
            <a:endParaRPr lang="en-IN" sz="8000" dirty="0">
              <a:solidFill>
                <a:srgbClr val="111827"/>
              </a:solidFill>
              <a:latin typeface="Bodoni MT Black" panose="02070A03080606020203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DBD8573-A2B7-557D-89C1-153B52BCD8C9}"/>
              </a:ext>
            </a:extLst>
          </p:cNvPr>
          <p:cNvSpPr/>
          <p:nvPr/>
        </p:nvSpPr>
        <p:spPr>
          <a:xfrm>
            <a:off x="445341" y="3230408"/>
            <a:ext cx="250166" cy="250166"/>
          </a:xfrm>
          <a:prstGeom prst="ellipse">
            <a:avLst/>
          </a:prstGeom>
          <a:solidFill>
            <a:srgbClr val="E5DF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0B875AE-275C-2E8A-E1F2-4E43600356B2}"/>
              </a:ext>
            </a:extLst>
          </p:cNvPr>
          <p:cNvSpPr/>
          <p:nvPr/>
        </p:nvSpPr>
        <p:spPr>
          <a:xfrm>
            <a:off x="2647087" y="5231591"/>
            <a:ext cx="1409914" cy="1409914"/>
          </a:xfrm>
          <a:prstGeom prst="ellipse">
            <a:avLst/>
          </a:prstGeom>
          <a:solidFill>
            <a:srgbClr val="E5DF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593E220-FE23-54C5-BDC3-C56A1C8AF89A}"/>
              </a:ext>
            </a:extLst>
          </p:cNvPr>
          <p:cNvSpPr/>
          <p:nvPr/>
        </p:nvSpPr>
        <p:spPr>
          <a:xfrm>
            <a:off x="2304616" y="1229225"/>
            <a:ext cx="647914" cy="647914"/>
          </a:xfrm>
          <a:prstGeom prst="ellipse">
            <a:avLst/>
          </a:prstGeom>
          <a:solidFill>
            <a:srgbClr val="E5DF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B242A03-9826-5A05-499F-F4194F890F46}"/>
              </a:ext>
            </a:extLst>
          </p:cNvPr>
          <p:cNvSpPr/>
          <p:nvPr/>
        </p:nvSpPr>
        <p:spPr>
          <a:xfrm>
            <a:off x="8582588" y="4700405"/>
            <a:ext cx="647914" cy="647914"/>
          </a:xfrm>
          <a:prstGeom prst="ellipse">
            <a:avLst/>
          </a:prstGeom>
          <a:solidFill>
            <a:srgbClr val="E5DF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39CE196-A30E-06C5-6003-46E09872BD82}"/>
              </a:ext>
            </a:extLst>
          </p:cNvPr>
          <p:cNvGrpSpPr/>
          <p:nvPr/>
        </p:nvGrpSpPr>
        <p:grpSpPr>
          <a:xfrm rot="170861">
            <a:off x="6007517" y="8258293"/>
            <a:ext cx="2798743" cy="2934183"/>
            <a:chOff x="6370915" y="2009967"/>
            <a:chExt cx="2550951" cy="2674400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3B8F0F9-834E-CC4B-7301-6D60E95C78A6}"/>
                </a:ext>
              </a:extLst>
            </p:cNvPr>
            <p:cNvSpPr/>
            <p:nvPr/>
          </p:nvSpPr>
          <p:spPr>
            <a:xfrm rot="622622">
              <a:off x="6370915" y="2009967"/>
              <a:ext cx="2481813" cy="2674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7304215-32DD-EE9A-7B7A-EE07879B124C}"/>
                </a:ext>
              </a:extLst>
            </p:cNvPr>
            <p:cNvSpPr txBox="1"/>
            <p:nvPr/>
          </p:nvSpPr>
          <p:spPr>
            <a:xfrm rot="653379">
              <a:off x="6452162" y="2636856"/>
              <a:ext cx="2469704" cy="15990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5400" dirty="0">
                  <a:latin typeface="Arial Black" panose="020B0A04020102020204" pitchFamily="34" charset="0"/>
                </a:rPr>
                <a:t>back</a:t>
              </a:r>
            </a:p>
            <a:p>
              <a:r>
                <a:rPr lang="en-IN" sz="5400" dirty="0">
                  <a:latin typeface="Arial Black" panose="020B0A04020102020204" pitchFamily="34" charset="0"/>
                </a:rPr>
                <a:t>end</a:t>
              </a:r>
              <a:endParaRPr lang="en-IN" sz="2800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7DFCBF3-F86D-764E-8FEE-5D9F9E559FEA}"/>
              </a:ext>
            </a:extLst>
          </p:cNvPr>
          <p:cNvGrpSpPr/>
          <p:nvPr/>
        </p:nvGrpSpPr>
        <p:grpSpPr>
          <a:xfrm>
            <a:off x="3004046" y="11476168"/>
            <a:ext cx="2811070" cy="3029207"/>
            <a:chOff x="3840164" y="2519688"/>
            <a:chExt cx="2481813" cy="2674400"/>
          </a:xfrm>
          <a:effectLst>
            <a:glow rad="685800">
              <a:schemeClr val="accent2">
                <a:satMod val="175000"/>
                <a:alpha val="0"/>
              </a:schemeClr>
            </a:glow>
          </a:effectLst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C5933AA-5174-775E-4AE4-CAF940C3EB64}"/>
                </a:ext>
              </a:extLst>
            </p:cNvPr>
            <p:cNvSpPr/>
            <p:nvPr/>
          </p:nvSpPr>
          <p:spPr>
            <a:xfrm rot="21015518">
              <a:off x="3840164" y="2519688"/>
              <a:ext cx="2481813" cy="2674400"/>
            </a:xfrm>
            <a:prstGeom prst="rect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550063C-9D1F-554B-BBDA-86445D88230F}"/>
                </a:ext>
              </a:extLst>
            </p:cNvPr>
            <p:cNvSpPr txBox="1"/>
            <p:nvPr/>
          </p:nvSpPr>
          <p:spPr>
            <a:xfrm rot="21046275">
              <a:off x="4103769" y="2979725"/>
              <a:ext cx="1899922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54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frontend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7C6155C8-1077-A3C3-376A-5C3368D91D30}"/>
              </a:ext>
            </a:extLst>
          </p:cNvPr>
          <p:cNvSpPr txBox="1"/>
          <p:nvPr/>
        </p:nvSpPr>
        <p:spPr>
          <a:xfrm>
            <a:off x="-6241116" y="594845"/>
            <a:ext cx="52047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rgbClr val="0A2F5C"/>
                </a:solidFill>
                <a:latin typeface="Broadway" panose="04040905080B02020502" pitchFamily="82" charset="0"/>
              </a:rPr>
              <a:t>Architecture</a:t>
            </a:r>
            <a:r>
              <a:rPr lang="en-IN" sz="5400" dirty="0">
                <a:solidFill>
                  <a:srgbClr val="0A2F5C"/>
                </a:solidFill>
                <a:latin typeface="Broadway" panose="04040905080B02020502" pitchFamily="82" charset="0"/>
              </a:rPr>
              <a:t>  </a:t>
            </a:r>
            <a:endParaRPr lang="en-IN" sz="5400" b="1" dirty="0">
              <a:solidFill>
                <a:schemeClr val="accent6">
                  <a:lumMod val="75000"/>
                </a:schemeClr>
              </a:solidFill>
              <a:latin typeface="Bradley Hand ITC" panose="03070402050302030203" pitchFamily="66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2C16E11-A1F2-468A-1874-5BB79FF96068}"/>
              </a:ext>
            </a:extLst>
          </p:cNvPr>
          <p:cNvGrpSpPr/>
          <p:nvPr/>
        </p:nvGrpSpPr>
        <p:grpSpPr>
          <a:xfrm>
            <a:off x="6051122" y="-1846207"/>
            <a:ext cx="1789768" cy="646331"/>
            <a:chOff x="6821379" y="1009284"/>
            <a:chExt cx="1519328" cy="440499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3726E38-C2BB-3917-0B2F-336A29842C0F}"/>
                </a:ext>
              </a:extLst>
            </p:cNvPr>
            <p:cNvSpPr/>
            <p:nvPr/>
          </p:nvSpPr>
          <p:spPr>
            <a:xfrm rot="445279">
              <a:off x="6929120" y="1127760"/>
              <a:ext cx="1087120" cy="254000"/>
            </a:xfrm>
            <a:prstGeom prst="rect">
              <a:avLst/>
            </a:prstGeom>
            <a:solidFill>
              <a:srgbClr val="FDEB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5A91437-C558-DACD-2189-1E6714410F5D}"/>
                </a:ext>
              </a:extLst>
            </p:cNvPr>
            <p:cNvSpPr txBox="1"/>
            <p:nvPr/>
          </p:nvSpPr>
          <p:spPr>
            <a:xfrm rot="21242865">
              <a:off x="6821379" y="1009284"/>
              <a:ext cx="1519328" cy="440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600" b="1" dirty="0">
                  <a:solidFill>
                    <a:schemeClr val="tx2">
                      <a:lumMod val="75000"/>
                    </a:schemeClr>
                  </a:solidFill>
                  <a:latin typeface="Bradley Hand ITC" panose="03070402050302030203" pitchFamily="66" charset="0"/>
                </a:rPr>
                <a:t>web dev</a:t>
              </a:r>
              <a:endParaRPr lang="en-IN" sz="3600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690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82CCAB-25A7-85A9-EBAA-8A97452F3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76241E17-6595-8D90-EFB2-A1DE12FF1990}"/>
              </a:ext>
            </a:extLst>
          </p:cNvPr>
          <p:cNvGrpSpPr/>
          <p:nvPr/>
        </p:nvGrpSpPr>
        <p:grpSpPr>
          <a:xfrm rot="170861">
            <a:off x="6007515" y="1961908"/>
            <a:ext cx="2798743" cy="2934183"/>
            <a:chOff x="6370915" y="2009967"/>
            <a:chExt cx="2550951" cy="2674400"/>
          </a:xfrm>
          <a:solidFill>
            <a:schemeClr val="bg1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66AABBB-5235-80D6-C998-1B43EC9C6159}"/>
                </a:ext>
              </a:extLst>
            </p:cNvPr>
            <p:cNvSpPr/>
            <p:nvPr/>
          </p:nvSpPr>
          <p:spPr>
            <a:xfrm rot="622622">
              <a:off x="6370915" y="2009967"/>
              <a:ext cx="2481813" cy="2674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E7D5C67-0093-8BB8-B348-9F68D8D271AF}"/>
                </a:ext>
              </a:extLst>
            </p:cNvPr>
            <p:cNvSpPr txBox="1"/>
            <p:nvPr/>
          </p:nvSpPr>
          <p:spPr>
            <a:xfrm rot="653379">
              <a:off x="6452162" y="2636856"/>
              <a:ext cx="2469704" cy="15990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5400" dirty="0">
                  <a:latin typeface="Arial Black" panose="020B0A04020102020204" pitchFamily="34" charset="0"/>
                </a:rPr>
                <a:t>back</a:t>
              </a:r>
            </a:p>
            <a:p>
              <a:r>
                <a:rPr lang="en-IN" sz="5400" dirty="0">
                  <a:latin typeface="Arial Black" panose="020B0A04020102020204" pitchFamily="34" charset="0"/>
                </a:rPr>
                <a:t>end</a:t>
              </a:r>
              <a:endParaRPr lang="en-IN" sz="2800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7D1263E-8B8F-4D8C-5AE6-8FBA4C8E6925}"/>
              </a:ext>
            </a:extLst>
          </p:cNvPr>
          <p:cNvGrpSpPr/>
          <p:nvPr/>
        </p:nvGrpSpPr>
        <p:grpSpPr>
          <a:xfrm>
            <a:off x="3004045" y="2521123"/>
            <a:ext cx="2811070" cy="3029207"/>
            <a:chOff x="3840164" y="2519688"/>
            <a:chExt cx="2481813" cy="2674400"/>
          </a:xfrm>
          <a:effectLst>
            <a:glow rad="685800">
              <a:schemeClr val="accent2">
                <a:satMod val="175000"/>
                <a:alpha val="0"/>
              </a:schemeClr>
            </a:glow>
          </a:effectLst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4A8B70B-B682-2560-9F4D-3A7159EE5840}"/>
                </a:ext>
              </a:extLst>
            </p:cNvPr>
            <p:cNvSpPr/>
            <p:nvPr/>
          </p:nvSpPr>
          <p:spPr>
            <a:xfrm rot="21015518">
              <a:off x="3840164" y="2519688"/>
              <a:ext cx="2481813" cy="2674400"/>
            </a:xfrm>
            <a:prstGeom prst="rect">
              <a:avLst/>
            </a:prstGeom>
            <a:solidFill>
              <a:srgbClr val="0066FF"/>
            </a:solidFill>
            <a:ln>
              <a:noFill/>
            </a:ln>
            <a:effectLst>
              <a:outerShdw blurRad="304800" sx="112000" sy="112000" algn="ctr" rotWithShape="0">
                <a:schemeClr val="accent2">
                  <a:alpha val="69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574C8BD-3580-EC2C-1A44-ED7AA0F1F76F}"/>
                </a:ext>
              </a:extLst>
            </p:cNvPr>
            <p:cNvSpPr txBox="1"/>
            <p:nvPr/>
          </p:nvSpPr>
          <p:spPr>
            <a:xfrm rot="21046275">
              <a:off x="4103769" y="2979725"/>
              <a:ext cx="1899922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54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frontend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24CF684-BC29-6030-6F94-0F4F571DABC5}"/>
              </a:ext>
            </a:extLst>
          </p:cNvPr>
          <p:cNvSpPr txBox="1"/>
          <p:nvPr/>
        </p:nvSpPr>
        <p:spPr>
          <a:xfrm>
            <a:off x="717445" y="594845"/>
            <a:ext cx="52047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rgbClr val="0A2F5C"/>
                </a:solidFill>
                <a:latin typeface="Broadway" panose="04040905080B02020502" pitchFamily="82" charset="0"/>
              </a:rPr>
              <a:t>Architecture</a:t>
            </a:r>
            <a:r>
              <a:rPr lang="en-IN" sz="5400" dirty="0">
                <a:solidFill>
                  <a:srgbClr val="0A2F5C"/>
                </a:solidFill>
                <a:latin typeface="Broadway" panose="04040905080B02020502" pitchFamily="82" charset="0"/>
              </a:rPr>
              <a:t>  </a:t>
            </a:r>
            <a:endParaRPr lang="en-IN" sz="5400" b="1" dirty="0">
              <a:solidFill>
                <a:schemeClr val="accent6">
                  <a:lumMod val="75000"/>
                </a:schemeClr>
              </a:solidFill>
              <a:latin typeface="Bradley Hand ITC" panose="03070402050302030203" pitchFamily="66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47B0B72-CC85-E350-C083-90075C07832E}"/>
              </a:ext>
            </a:extLst>
          </p:cNvPr>
          <p:cNvGrpSpPr/>
          <p:nvPr/>
        </p:nvGrpSpPr>
        <p:grpSpPr>
          <a:xfrm>
            <a:off x="6051122" y="692973"/>
            <a:ext cx="1789768" cy="646331"/>
            <a:chOff x="6821379" y="1009284"/>
            <a:chExt cx="1519328" cy="44049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4FB8126-8E44-3888-9819-627E2CB4A7FB}"/>
                </a:ext>
              </a:extLst>
            </p:cNvPr>
            <p:cNvSpPr/>
            <p:nvPr/>
          </p:nvSpPr>
          <p:spPr>
            <a:xfrm rot="445279">
              <a:off x="6929120" y="1127760"/>
              <a:ext cx="1087120" cy="254000"/>
            </a:xfrm>
            <a:prstGeom prst="rect">
              <a:avLst/>
            </a:prstGeom>
            <a:solidFill>
              <a:srgbClr val="FDEB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70174A5-5387-2FE0-23E9-213FF38FB0DE}"/>
                </a:ext>
              </a:extLst>
            </p:cNvPr>
            <p:cNvSpPr txBox="1"/>
            <p:nvPr/>
          </p:nvSpPr>
          <p:spPr>
            <a:xfrm rot="21242865">
              <a:off x="6821379" y="1009284"/>
              <a:ext cx="1519328" cy="440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600" b="1" dirty="0">
                  <a:solidFill>
                    <a:schemeClr val="tx2">
                      <a:lumMod val="75000"/>
                    </a:schemeClr>
                  </a:solidFill>
                  <a:latin typeface="Bradley Hand ITC" panose="03070402050302030203" pitchFamily="66" charset="0"/>
                </a:rPr>
                <a:t>web dev</a:t>
              </a:r>
              <a:endParaRPr lang="en-IN" sz="3600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06A4782-5166-472C-9BBF-88C098EFB731}"/>
              </a:ext>
            </a:extLst>
          </p:cNvPr>
          <p:cNvSpPr txBox="1"/>
          <p:nvPr/>
        </p:nvSpPr>
        <p:spPr>
          <a:xfrm>
            <a:off x="973515" y="-1400400"/>
            <a:ext cx="93752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rgbClr val="0A2F5C"/>
                </a:solidFill>
                <a:latin typeface="Broadway" panose="04040905080B02020502" pitchFamily="82" charset="0"/>
              </a:rPr>
              <a:t>The Building Blocks</a:t>
            </a:r>
            <a:endParaRPr lang="en-IN" sz="5400" b="1" dirty="0">
              <a:solidFill>
                <a:schemeClr val="accent6">
                  <a:lumMod val="75000"/>
                </a:schemeClr>
              </a:solidFill>
              <a:latin typeface="Bradley Hand ITC" panose="03070402050302030203" pitchFamily="66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4CCBD7A-DE38-1F2E-B0DC-DC18D6382123}"/>
              </a:ext>
            </a:extLst>
          </p:cNvPr>
          <p:cNvGrpSpPr/>
          <p:nvPr/>
        </p:nvGrpSpPr>
        <p:grpSpPr>
          <a:xfrm>
            <a:off x="1143849" y="10796211"/>
            <a:ext cx="2566548" cy="2985658"/>
            <a:chOff x="1143849" y="2491988"/>
            <a:chExt cx="2566548" cy="298565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9977498-0877-8BF0-5983-4AFEEFEE50F9}"/>
                </a:ext>
              </a:extLst>
            </p:cNvPr>
            <p:cNvGrpSpPr/>
            <p:nvPr/>
          </p:nvGrpSpPr>
          <p:grpSpPr>
            <a:xfrm>
              <a:off x="1143849" y="2491988"/>
              <a:ext cx="2566548" cy="2985658"/>
              <a:chOff x="1143849" y="2007334"/>
              <a:chExt cx="2566548" cy="2985658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782D935-404E-1B4D-317C-E7D59C9E1D42}"/>
                  </a:ext>
                </a:extLst>
              </p:cNvPr>
              <p:cNvGrpSpPr/>
              <p:nvPr/>
            </p:nvGrpSpPr>
            <p:grpSpPr>
              <a:xfrm>
                <a:off x="1143849" y="2007334"/>
                <a:ext cx="2566548" cy="2985658"/>
                <a:chOff x="1645805" y="2007334"/>
                <a:chExt cx="2566548" cy="2985658"/>
              </a:xfrm>
            </p:grpSpPr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E042F491-1AEC-9EB1-5340-2A18B09D6EE0}"/>
                    </a:ext>
                  </a:extLst>
                </p:cNvPr>
                <p:cNvSpPr/>
                <p:nvPr/>
              </p:nvSpPr>
              <p:spPr>
                <a:xfrm>
                  <a:off x="2258555" y="2379565"/>
                  <a:ext cx="1953798" cy="2613427"/>
                </a:xfrm>
                <a:prstGeom prst="roundRect">
                  <a:avLst/>
                </a:prstGeom>
                <a:noFill/>
                <a:ln w="444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3" name="Rectangle: Rounded Corners 12">
                  <a:extLst>
                    <a:ext uri="{FF2B5EF4-FFF2-40B4-BE49-F238E27FC236}">
                      <a16:creationId xmlns:a16="http://schemas.microsoft.com/office/drawing/2014/main" id="{62CCC92C-EE1D-8F69-5279-383ABC26A3E3}"/>
                    </a:ext>
                  </a:extLst>
                </p:cNvPr>
                <p:cNvSpPr/>
                <p:nvPr/>
              </p:nvSpPr>
              <p:spPr>
                <a:xfrm>
                  <a:off x="1716978" y="2007334"/>
                  <a:ext cx="1953798" cy="2613427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13750BE-8B12-3065-90CC-EFF7ED01C11D}"/>
                    </a:ext>
                  </a:extLst>
                </p:cNvPr>
                <p:cNvSpPr txBox="1"/>
                <p:nvPr/>
              </p:nvSpPr>
              <p:spPr>
                <a:xfrm>
                  <a:off x="1780348" y="2891795"/>
                  <a:ext cx="237448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 Rounded MT Bold" panose="020F0704030504030204" pitchFamily="34" charset="0"/>
                    </a:rPr>
                    <a:t>          HTML</a:t>
                  </a:r>
                  <a:endParaRPr lang="en-IN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27AE706-D830-AB39-F5C5-3439AC15595C}"/>
                    </a:ext>
                  </a:extLst>
                </p:cNvPr>
                <p:cNvSpPr txBox="1"/>
                <p:nvPr/>
              </p:nvSpPr>
              <p:spPr>
                <a:xfrm>
                  <a:off x="1645805" y="3388100"/>
                  <a:ext cx="203393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Gives structure to the </a:t>
                  </a:r>
                </a:p>
                <a:p>
                  <a:pPr algn="ctr"/>
                  <a:r>
                    <a:rPr lang="en-US" sz="1200" dirty="0"/>
                    <a:t>web page</a:t>
                  </a:r>
                  <a:endParaRPr lang="en-IN" sz="1200" dirty="0"/>
                </a:p>
              </p:txBody>
            </p: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6A639B-E92F-984B-91C5-4B059635CAD7}"/>
                  </a:ext>
                </a:extLst>
              </p:cNvPr>
              <p:cNvSpPr txBox="1"/>
              <p:nvPr/>
            </p:nvSpPr>
            <p:spPr>
              <a:xfrm>
                <a:off x="2471688" y="4099424"/>
                <a:ext cx="6302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  <a:latin typeface="Arial Rounded MT Bold" panose="020F0704030504030204" pitchFamily="34" charset="0"/>
                  </a:rPr>
                  <a:t>01</a:t>
                </a:r>
                <a:endParaRPr lang="en-IN" sz="2400" dirty="0">
                  <a:solidFill>
                    <a:srgbClr val="FF0000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85936FB-8BB4-5782-23B6-546910B0E9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6494" y="2749893"/>
              <a:ext cx="508650" cy="50865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609BA4-1EEE-C8AC-455E-B1018A8BA507}"/>
              </a:ext>
            </a:extLst>
          </p:cNvPr>
          <p:cNvGrpSpPr/>
          <p:nvPr/>
        </p:nvGrpSpPr>
        <p:grpSpPr>
          <a:xfrm>
            <a:off x="5042388" y="7905588"/>
            <a:ext cx="2572538" cy="2985658"/>
            <a:chOff x="5042388" y="2506991"/>
            <a:chExt cx="2572538" cy="298565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5260D52-5E63-640B-9D22-1894E38E380E}"/>
                </a:ext>
              </a:extLst>
            </p:cNvPr>
            <p:cNvGrpSpPr/>
            <p:nvPr/>
          </p:nvGrpSpPr>
          <p:grpSpPr>
            <a:xfrm>
              <a:off x="5042388" y="2506991"/>
              <a:ext cx="2572538" cy="2985658"/>
              <a:chOff x="5077113" y="2022337"/>
              <a:chExt cx="2572538" cy="2985658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091B893E-1953-E2B9-2792-6F21F638C8EA}"/>
                  </a:ext>
                </a:extLst>
              </p:cNvPr>
              <p:cNvGrpSpPr/>
              <p:nvPr/>
            </p:nvGrpSpPr>
            <p:grpSpPr>
              <a:xfrm>
                <a:off x="5077113" y="2022337"/>
                <a:ext cx="2572538" cy="2985658"/>
                <a:chOff x="1639815" y="2007334"/>
                <a:chExt cx="2572538" cy="2985658"/>
              </a:xfrm>
            </p:grpSpPr>
            <p:sp>
              <p:nvSpPr>
                <p:cNvPr id="25" name="Rectangle: Rounded Corners 24">
                  <a:extLst>
                    <a:ext uri="{FF2B5EF4-FFF2-40B4-BE49-F238E27FC236}">
                      <a16:creationId xmlns:a16="http://schemas.microsoft.com/office/drawing/2014/main" id="{DBFF5219-3830-9C34-5905-5DF24B166942}"/>
                    </a:ext>
                  </a:extLst>
                </p:cNvPr>
                <p:cNvSpPr/>
                <p:nvPr/>
              </p:nvSpPr>
              <p:spPr>
                <a:xfrm>
                  <a:off x="2258555" y="2379565"/>
                  <a:ext cx="1953798" cy="2613427"/>
                </a:xfrm>
                <a:prstGeom prst="roundRect">
                  <a:avLst/>
                </a:prstGeom>
                <a:noFill/>
                <a:ln w="444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9" name="Rectangle: Rounded Corners 28">
                  <a:extLst>
                    <a:ext uri="{FF2B5EF4-FFF2-40B4-BE49-F238E27FC236}">
                      <a16:creationId xmlns:a16="http://schemas.microsoft.com/office/drawing/2014/main" id="{C7443C2D-9D67-CDFF-A129-B67BB9568803}"/>
                    </a:ext>
                  </a:extLst>
                </p:cNvPr>
                <p:cNvSpPr/>
                <p:nvPr/>
              </p:nvSpPr>
              <p:spPr>
                <a:xfrm>
                  <a:off x="1716978" y="2007334"/>
                  <a:ext cx="1953798" cy="2613427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3BA590A-C564-BDF7-54A5-1312B861F425}"/>
                    </a:ext>
                  </a:extLst>
                </p:cNvPr>
                <p:cNvSpPr txBox="1"/>
                <p:nvPr/>
              </p:nvSpPr>
              <p:spPr>
                <a:xfrm>
                  <a:off x="1639815" y="2891795"/>
                  <a:ext cx="237448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 Rounded MT Bold" panose="020F0704030504030204" pitchFamily="34" charset="0"/>
                    </a:rPr>
                    <a:t>               CSS</a:t>
                  </a:r>
                  <a:endParaRPr lang="en-IN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604633-D4FE-660D-0608-D95595605785}"/>
                  </a:ext>
                </a:extLst>
              </p:cNvPr>
              <p:cNvSpPr txBox="1"/>
              <p:nvPr/>
            </p:nvSpPr>
            <p:spPr>
              <a:xfrm>
                <a:off x="5146760" y="3393202"/>
                <a:ext cx="18491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 dirty="0"/>
                  <a:t>Adds style and design to the web page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18A8883-8304-78AE-9B3B-CF23E93DB0C1}"/>
                  </a:ext>
                </a:extLst>
              </p:cNvPr>
              <p:cNvSpPr txBox="1"/>
              <p:nvPr/>
            </p:nvSpPr>
            <p:spPr>
              <a:xfrm>
                <a:off x="6477848" y="4109656"/>
                <a:ext cx="6302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00B0F0"/>
                    </a:solidFill>
                    <a:latin typeface="Arial Rounded MT Bold" panose="020F0704030504030204" pitchFamily="34" charset="0"/>
                  </a:rPr>
                  <a:t>02</a:t>
                </a:r>
                <a:endParaRPr lang="en-IN" sz="2400" dirty="0">
                  <a:solidFill>
                    <a:srgbClr val="00B0F0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0BE402C-347B-24A6-6EBB-C3E44741D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3143" y="2749687"/>
              <a:ext cx="508650" cy="508650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CED0401-C744-844D-8F89-AB22E659B2F9}"/>
              </a:ext>
            </a:extLst>
          </p:cNvPr>
          <p:cNvGrpSpPr/>
          <p:nvPr/>
        </p:nvGrpSpPr>
        <p:grpSpPr>
          <a:xfrm>
            <a:off x="8577027" y="11366335"/>
            <a:ext cx="2687446" cy="2985658"/>
            <a:chOff x="8577027" y="2506991"/>
            <a:chExt cx="2687446" cy="298565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4121E4F-6499-DD01-5DAB-372B3DA7683F}"/>
                </a:ext>
              </a:extLst>
            </p:cNvPr>
            <p:cNvGrpSpPr/>
            <p:nvPr/>
          </p:nvGrpSpPr>
          <p:grpSpPr>
            <a:xfrm>
              <a:off x="8577027" y="2506991"/>
              <a:ext cx="2687446" cy="2985658"/>
              <a:chOff x="4962205" y="2022337"/>
              <a:chExt cx="2687446" cy="2985658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8A1BA815-0F8B-D82C-BE25-AA426B09A3E9}"/>
                  </a:ext>
                </a:extLst>
              </p:cNvPr>
              <p:cNvGrpSpPr/>
              <p:nvPr/>
            </p:nvGrpSpPr>
            <p:grpSpPr>
              <a:xfrm>
                <a:off x="4962205" y="2022337"/>
                <a:ext cx="2687446" cy="2985658"/>
                <a:chOff x="1524907" y="2007334"/>
                <a:chExt cx="2687446" cy="2985658"/>
              </a:xfrm>
            </p:grpSpPr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3BF19D50-5F83-7E5A-A166-BA89BEC880E7}"/>
                    </a:ext>
                  </a:extLst>
                </p:cNvPr>
                <p:cNvSpPr/>
                <p:nvPr/>
              </p:nvSpPr>
              <p:spPr>
                <a:xfrm>
                  <a:off x="2258555" y="2379565"/>
                  <a:ext cx="1953798" cy="2613427"/>
                </a:xfrm>
                <a:prstGeom prst="roundRect">
                  <a:avLst/>
                </a:prstGeom>
                <a:noFill/>
                <a:ln w="4445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70959FB5-81F2-8F32-7A72-24FCA478F5C0}"/>
                    </a:ext>
                  </a:extLst>
                </p:cNvPr>
                <p:cNvSpPr/>
                <p:nvPr/>
              </p:nvSpPr>
              <p:spPr>
                <a:xfrm>
                  <a:off x="1716978" y="2007334"/>
                  <a:ext cx="1953798" cy="2613427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D23211E2-1023-6988-E5A4-517FFED99818}"/>
                    </a:ext>
                  </a:extLst>
                </p:cNvPr>
                <p:cNvSpPr txBox="1"/>
                <p:nvPr/>
              </p:nvSpPr>
              <p:spPr>
                <a:xfrm>
                  <a:off x="1524907" y="2930039"/>
                  <a:ext cx="237448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 Rounded MT Bold" panose="020F0704030504030204" pitchFamily="34" charset="0"/>
                    </a:rPr>
                    <a:t>JAVA SCRIPT</a:t>
                  </a:r>
                  <a:endParaRPr lang="en-IN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6F0C410-F05A-2103-A219-BEE8C181D0A7}"/>
                  </a:ext>
                </a:extLst>
              </p:cNvPr>
              <p:cNvSpPr txBox="1"/>
              <p:nvPr/>
            </p:nvSpPr>
            <p:spPr>
              <a:xfrm>
                <a:off x="5258954" y="3388100"/>
                <a:ext cx="18491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 dirty="0"/>
                  <a:t>Makes the webpage interactive and dynamic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4EFA563-8193-9A75-51AA-EE1C60F18565}"/>
                  </a:ext>
                </a:extLst>
              </p:cNvPr>
              <p:cNvSpPr txBox="1"/>
              <p:nvPr/>
            </p:nvSpPr>
            <p:spPr>
              <a:xfrm>
                <a:off x="6477848" y="4109656"/>
                <a:ext cx="6302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7030A0"/>
                    </a:solidFill>
                    <a:latin typeface="Arial Rounded MT Bold" panose="020F0704030504030204" pitchFamily="34" charset="0"/>
                  </a:rPr>
                  <a:t>03</a:t>
                </a:r>
                <a:endParaRPr lang="en-IN" sz="2400" dirty="0">
                  <a:solidFill>
                    <a:srgbClr val="7030A0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AC436213-EC8B-F476-0EC7-4820238B4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84646" y="2745421"/>
              <a:ext cx="554132" cy="5768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5000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2D8C58-3923-0828-BC0E-9C63711B3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8D96FB6A-6480-744F-F729-6CD06A87E46C}"/>
              </a:ext>
            </a:extLst>
          </p:cNvPr>
          <p:cNvSpPr txBox="1"/>
          <p:nvPr/>
        </p:nvSpPr>
        <p:spPr>
          <a:xfrm>
            <a:off x="973515" y="774301"/>
            <a:ext cx="93752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rgbClr val="0A2F5C"/>
                </a:solidFill>
                <a:latin typeface="Broadway" panose="04040905080B02020502" pitchFamily="82" charset="0"/>
              </a:rPr>
              <a:t>The Building Blocks</a:t>
            </a:r>
            <a:endParaRPr lang="en-IN" sz="5400" b="1" dirty="0">
              <a:solidFill>
                <a:schemeClr val="accent6">
                  <a:lumMod val="75000"/>
                </a:schemeClr>
              </a:solidFill>
              <a:latin typeface="Bradley Hand ITC" panose="03070402050302030203" pitchFamily="66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7889694-5659-7013-0782-9F4213EF761E}"/>
              </a:ext>
            </a:extLst>
          </p:cNvPr>
          <p:cNvGrpSpPr/>
          <p:nvPr/>
        </p:nvGrpSpPr>
        <p:grpSpPr>
          <a:xfrm>
            <a:off x="2195474" y="12630070"/>
            <a:ext cx="1745735" cy="1745735"/>
            <a:chOff x="2516385" y="1498300"/>
            <a:chExt cx="1745735" cy="1745735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52C45456-8538-459F-0FE4-B409078347FC}"/>
                </a:ext>
              </a:extLst>
            </p:cNvPr>
            <p:cNvSpPr/>
            <p:nvPr/>
          </p:nvSpPr>
          <p:spPr>
            <a:xfrm>
              <a:off x="2516385" y="1498300"/>
              <a:ext cx="1745735" cy="1745735"/>
            </a:xfrm>
            <a:prstGeom prst="ellipse">
              <a:avLst/>
            </a:prstGeom>
            <a:solidFill>
              <a:srgbClr val="0A292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E125369-EC0E-AB4E-0CA7-0A05F1483C3F}"/>
                </a:ext>
              </a:extLst>
            </p:cNvPr>
            <p:cNvSpPr txBox="1"/>
            <p:nvPr/>
          </p:nvSpPr>
          <p:spPr>
            <a:xfrm>
              <a:off x="2965558" y="1720202"/>
              <a:ext cx="6807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7200" dirty="0">
                  <a:solidFill>
                    <a:srgbClr val="DBE91A"/>
                  </a:solidFill>
                  <a:latin typeface="Broadway" panose="04040905080B02020502" pitchFamily="82" charset="0"/>
                </a:rPr>
                <a:t>1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A47FE3D-DA84-AFB1-FCD0-4908913BA92A}"/>
              </a:ext>
            </a:extLst>
          </p:cNvPr>
          <p:cNvGrpSpPr/>
          <p:nvPr/>
        </p:nvGrpSpPr>
        <p:grpSpPr>
          <a:xfrm>
            <a:off x="2094706" y="16138448"/>
            <a:ext cx="1916322" cy="2689105"/>
            <a:chOff x="2415617" y="3244034"/>
            <a:chExt cx="1916322" cy="2689105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B4A9DF29-C30F-5FE3-E80F-AAC551DAA635}"/>
                </a:ext>
              </a:extLst>
            </p:cNvPr>
            <p:cNvSpPr/>
            <p:nvPr/>
          </p:nvSpPr>
          <p:spPr>
            <a:xfrm>
              <a:off x="2516385" y="3244034"/>
              <a:ext cx="1745735" cy="2689105"/>
            </a:xfrm>
            <a:prstGeom prst="roundRect">
              <a:avLst>
                <a:gd name="adj" fmla="val 50000"/>
              </a:avLst>
            </a:prstGeom>
            <a:solidFill>
              <a:srgbClr val="0A292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735192A-9542-59AA-E6EC-232628EDEDC1}"/>
                </a:ext>
              </a:extLst>
            </p:cNvPr>
            <p:cNvSpPr txBox="1"/>
            <p:nvPr/>
          </p:nvSpPr>
          <p:spPr>
            <a:xfrm>
              <a:off x="2415617" y="4644773"/>
              <a:ext cx="191632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rgbClr val="FFFF00"/>
                  </a:solidFill>
                </a:rPr>
                <a:t>TO-DO</a:t>
              </a:r>
            </a:p>
            <a:p>
              <a:pPr algn="ctr"/>
              <a:r>
                <a:rPr lang="en-IN" sz="2400" b="1" dirty="0">
                  <a:solidFill>
                    <a:srgbClr val="FFFF00"/>
                  </a:solidFill>
                  <a:latin typeface="Bahnschrift Light Condensed" panose="020B0502040204020203" pitchFamily="34" charset="0"/>
                </a:rPr>
                <a:t>LIST</a:t>
              </a:r>
              <a:endParaRPr lang="en-IN" sz="2400" dirty="0">
                <a:solidFill>
                  <a:srgbClr val="FFFF00"/>
                </a:solidFill>
                <a:latin typeface="Bahnschrift Light Condensed" panose="020B0502040204020203" pitchFamily="34" charset="0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482DA07-144B-05DB-E170-501C53173A06}"/>
              </a:ext>
            </a:extLst>
          </p:cNvPr>
          <p:cNvGrpSpPr/>
          <p:nvPr/>
        </p:nvGrpSpPr>
        <p:grpSpPr>
          <a:xfrm>
            <a:off x="3629546" y="11356708"/>
            <a:ext cx="2197036" cy="4434839"/>
            <a:chOff x="3950457" y="1498300"/>
            <a:chExt cx="2197036" cy="4434839"/>
          </a:xfrm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0336F052-2D52-F86B-6440-3245A01C1421}"/>
                </a:ext>
              </a:extLst>
            </p:cNvPr>
            <p:cNvSpPr/>
            <p:nvPr/>
          </p:nvSpPr>
          <p:spPr>
            <a:xfrm>
              <a:off x="4401758" y="1498300"/>
              <a:ext cx="1745735" cy="4434839"/>
            </a:xfrm>
            <a:prstGeom prst="roundRect">
              <a:avLst>
                <a:gd name="adj" fmla="val 50000"/>
              </a:avLst>
            </a:prstGeom>
            <a:solidFill>
              <a:srgbClr val="0A292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E5E23C5-EFB2-8B6B-97D1-0CB25B8C0753}"/>
                </a:ext>
              </a:extLst>
            </p:cNvPr>
            <p:cNvSpPr txBox="1"/>
            <p:nvPr/>
          </p:nvSpPr>
          <p:spPr>
            <a:xfrm>
              <a:off x="4848860" y="1720201"/>
              <a:ext cx="6807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7200" dirty="0">
                  <a:solidFill>
                    <a:srgbClr val="DBE91A"/>
                  </a:solidFill>
                  <a:latin typeface="Broadway" panose="04040905080B02020502" pitchFamily="82" charset="0"/>
                </a:rPr>
                <a:t>2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7F1140D-324D-38A5-2340-D44C99B08A5D}"/>
                </a:ext>
              </a:extLst>
            </p:cNvPr>
            <p:cNvSpPr txBox="1"/>
            <p:nvPr/>
          </p:nvSpPr>
          <p:spPr>
            <a:xfrm>
              <a:off x="3950457" y="4765586"/>
              <a:ext cx="21840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 algn="ctr"/>
              <a:r>
                <a:rPr lang="en-IN" sz="2400" b="1" dirty="0">
                  <a:solidFill>
                    <a:srgbClr val="FFFF00"/>
                  </a:solidFill>
                </a:rPr>
                <a:t>Tic-Tac-Toe</a:t>
              </a:r>
              <a:endParaRPr lang="en-IN" sz="24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111B495-2C2F-4098-6E97-54E36FDC93CE}"/>
              </a:ext>
            </a:extLst>
          </p:cNvPr>
          <p:cNvGrpSpPr/>
          <p:nvPr/>
        </p:nvGrpSpPr>
        <p:grpSpPr>
          <a:xfrm>
            <a:off x="6059576" y="12944720"/>
            <a:ext cx="1745735" cy="1745735"/>
            <a:chOff x="8182664" y="1498300"/>
            <a:chExt cx="1745735" cy="1745735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C1DDEBBA-F647-57A9-0D00-A9425C16BBAA}"/>
                </a:ext>
              </a:extLst>
            </p:cNvPr>
            <p:cNvSpPr/>
            <p:nvPr/>
          </p:nvSpPr>
          <p:spPr>
            <a:xfrm>
              <a:off x="8182664" y="1498300"/>
              <a:ext cx="1745735" cy="174573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E349CAC-C2A1-D26C-10BE-4055B85B4BD6}"/>
                </a:ext>
              </a:extLst>
            </p:cNvPr>
            <p:cNvSpPr txBox="1"/>
            <p:nvPr/>
          </p:nvSpPr>
          <p:spPr>
            <a:xfrm>
              <a:off x="8634215" y="1720201"/>
              <a:ext cx="6807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7200" dirty="0">
                  <a:solidFill>
                    <a:srgbClr val="0A292C"/>
                  </a:solidFill>
                  <a:latin typeface="Broadway" panose="04040905080B02020502" pitchFamily="82" charset="0"/>
                </a:rPr>
                <a:t>3</a:t>
              </a: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AEAE00D8-6DC2-A3EE-7809-6992C256A14A}"/>
              </a:ext>
            </a:extLst>
          </p:cNvPr>
          <p:cNvSpPr txBox="1"/>
          <p:nvPr/>
        </p:nvSpPr>
        <p:spPr>
          <a:xfrm>
            <a:off x="1685129" y="-1412310"/>
            <a:ext cx="689748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solidFill>
                  <a:srgbClr val="0A2F5C"/>
                </a:solidFill>
                <a:latin typeface="Broadway" panose="04040905080B02020502" pitchFamily="82" charset="0"/>
              </a:rPr>
              <a:t>Projects</a:t>
            </a:r>
            <a:endParaRPr lang="en-IN" sz="6600" b="1" dirty="0">
              <a:solidFill>
                <a:schemeClr val="accent6">
                  <a:lumMod val="75000"/>
                </a:schemeClr>
              </a:solidFill>
              <a:latin typeface="Bradley Hand ITC" panose="03070402050302030203" pitchFamily="66" charset="0"/>
            </a:endParaRP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E5AA0F46-8264-464F-06CC-09655D59FDC4}"/>
              </a:ext>
            </a:extLst>
          </p:cNvPr>
          <p:cNvGrpSpPr/>
          <p:nvPr/>
        </p:nvGrpSpPr>
        <p:grpSpPr>
          <a:xfrm rot="170861">
            <a:off x="6007517" y="8258293"/>
            <a:ext cx="2798743" cy="2934183"/>
            <a:chOff x="6370915" y="2009967"/>
            <a:chExt cx="2550951" cy="2674400"/>
          </a:xfrm>
          <a:solidFill>
            <a:schemeClr val="bg1"/>
          </a:solidFill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CC041C0A-479B-7B15-FCE0-9560C6AF85C4}"/>
                </a:ext>
              </a:extLst>
            </p:cNvPr>
            <p:cNvSpPr/>
            <p:nvPr/>
          </p:nvSpPr>
          <p:spPr>
            <a:xfrm rot="622622">
              <a:off x="6370915" y="2009967"/>
              <a:ext cx="2481813" cy="2674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F0444CFB-45B1-998D-1F59-8CBAB42201BB}"/>
                </a:ext>
              </a:extLst>
            </p:cNvPr>
            <p:cNvSpPr txBox="1"/>
            <p:nvPr/>
          </p:nvSpPr>
          <p:spPr>
            <a:xfrm rot="653379">
              <a:off x="6452162" y="2636856"/>
              <a:ext cx="2469704" cy="15990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5400" dirty="0">
                  <a:latin typeface="Arial Black" panose="020B0A04020102020204" pitchFamily="34" charset="0"/>
                </a:rPr>
                <a:t>back</a:t>
              </a:r>
            </a:p>
            <a:p>
              <a:r>
                <a:rPr lang="en-IN" sz="5400" dirty="0">
                  <a:latin typeface="Arial Black" panose="020B0A04020102020204" pitchFamily="34" charset="0"/>
                </a:rPr>
                <a:t>end</a:t>
              </a:r>
              <a:endParaRPr lang="en-IN" sz="2800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0C777268-0177-5742-1E14-AE6EC1A70763}"/>
              </a:ext>
            </a:extLst>
          </p:cNvPr>
          <p:cNvGrpSpPr/>
          <p:nvPr/>
        </p:nvGrpSpPr>
        <p:grpSpPr>
          <a:xfrm>
            <a:off x="3004046" y="11476168"/>
            <a:ext cx="2811070" cy="3029207"/>
            <a:chOff x="3840164" y="2519688"/>
            <a:chExt cx="2481813" cy="2674400"/>
          </a:xfrm>
          <a:effectLst>
            <a:glow rad="685800">
              <a:schemeClr val="accent2">
                <a:satMod val="175000"/>
                <a:alpha val="0"/>
              </a:schemeClr>
            </a:glow>
          </a:effectLst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9D95FBCF-4BC2-9BD0-1B30-671338FEBD6C}"/>
                </a:ext>
              </a:extLst>
            </p:cNvPr>
            <p:cNvSpPr/>
            <p:nvPr/>
          </p:nvSpPr>
          <p:spPr>
            <a:xfrm rot="21015518">
              <a:off x="3840164" y="2519688"/>
              <a:ext cx="2481813" cy="2674400"/>
            </a:xfrm>
            <a:prstGeom prst="rect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1F1CBCCD-DCA1-202D-E2B2-CCA008FFFC6F}"/>
                </a:ext>
              </a:extLst>
            </p:cNvPr>
            <p:cNvSpPr txBox="1"/>
            <p:nvPr/>
          </p:nvSpPr>
          <p:spPr>
            <a:xfrm rot="21046275">
              <a:off x="4103769" y="2979725"/>
              <a:ext cx="1899922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54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frontend</a:t>
              </a:r>
            </a:p>
          </p:txBody>
        </p: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7A39F996-D727-EA9D-F2B0-254F4596C555}"/>
              </a:ext>
            </a:extLst>
          </p:cNvPr>
          <p:cNvSpPr txBox="1"/>
          <p:nvPr/>
        </p:nvSpPr>
        <p:spPr>
          <a:xfrm>
            <a:off x="-6241116" y="594845"/>
            <a:ext cx="52047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rgbClr val="0A2F5C"/>
                </a:solidFill>
                <a:latin typeface="Broadway" panose="04040905080B02020502" pitchFamily="82" charset="0"/>
              </a:rPr>
              <a:t>Architecture</a:t>
            </a:r>
            <a:r>
              <a:rPr lang="en-IN" sz="5400" dirty="0">
                <a:solidFill>
                  <a:srgbClr val="0A2F5C"/>
                </a:solidFill>
                <a:latin typeface="Broadway" panose="04040905080B02020502" pitchFamily="82" charset="0"/>
              </a:rPr>
              <a:t>  </a:t>
            </a:r>
            <a:endParaRPr lang="en-IN" sz="5400" b="1" dirty="0">
              <a:solidFill>
                <a:schemeClr val="accent6">
                  <a:lumMod val="75000"/>
                </a:schemeClr>
              </a:solidFill>
              <a:latin typeface="Bradley Hand ITC" panose="03070402050302030203" pitchFamily="66" charset="0"/>
            </a:endParaRP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B9E3D44F-9673-C1BB-A324-499C28A1E43F}"/>
              </a:ext>
            </a:extLst>
          </p:cNvPr>
          <p:cNvGrpSpPr/>
          <p:nvPr/>
        </p:nvGrpSpPr>
        <p:grpSpPr>
          <a:xfrm>
            <a:off x="6051122" y="-1846207"/>
            <a:ext cx="1789768" cy="646331"/>
            <a:chOff x="6821379" y="1009284"/>
            <a:chExt cx="1519328" cy="440499"/>
          </a:xfrm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FC18646A-4B42-8B6A-EE40-537725B60D6C}"/>
                </a:ext>
              </a:extLst>
            </p:cNvPr>
            <p:cNvSpPr/>
            <p:nvPr/>
          </p:nvSpPr>
          <p:spPr>
            <a:xfrm rot="445279">
              <a:off x="6929120" y="1127760"/>
              <a:ext cx="1087120" cy="254000"/>
            </a:xfrm>
            <a:prstGeom prst="rect">
              <a:avLst/>
            </a:prstGeom>
            <a:solidFill>
              <a:srgbClr val="FDEB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180DEC1-B214-384B-B6A6-6346F9485CE7}"/>
                </a:ext>
              </a:extLst>
            </p:cNvPr>
            <p:cNvSpPr txBox="1"/>
            <p:nvPr/>
          </p:nvSpPr>
          <p:spPr>
            <a:xfrm rot="21242865">
              <a:off x="6821379" y="1009284"/>
              <a:ext cx="1519328" cy="440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600" b="1" dirty="0">
                  <a:solidFill>
                    <a:schemeClr val="tx2">
                      <a:lumMod val="75000"/>
                    </a:schemeClr>
                  </a:solidFill>
                  <a:latin typeface="Bradley Hand ITC" panose="03070402050302030203" pitchFamily="66" charset="0"/>
                </a:rPr>
                <a:t>web dev</a:t>
              </a:r>
              <a:endParaRPr lang="en-IN" sz="3600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FB78B47-8740-2848-FF5F-5125CCECCCB3}"/>
              </a:ext>
            </a:extLst>
          </p:cNvPr>
          <p:cNvGrpSpPr/>
          <p:nvPr/>
        </p:nvGrpSpPr>
        <p:grpSpPr>
          <a:xfrm>
            <a:off x="921046" y="2820361"/>
            <a:ext cx="2566548" cy="2973607"/>
            <a:chOff x="1143849" y="2504039"/>
            <a:chExt cx="2566548" cy="297360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6A6C031-0064-80E3-5D83-CEFBC8E233DD}"/>
                </a:ext>
              </a:extLst>
            </p:cNvPr>
            <p:cNvGrpSpPr/>
            <p:nvPr/>
          </p:nvGrpSpPr>
          <p:grpSpPr>
            <a:xfrm>
              <a:off x="1143849" y="2504039"/>
              <a:ext cx="2566548" cy="2973607"/>
              <a:chOff x="1143849" y="2019385"/>
              <a:chExt cx="2566548" cy="2973607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5824F615-4056-2C8B-E177-C4D5424156D1}"/>
                  </a:ext>
                </a:extLst>
              </p:cNvPr>
              <p:cNvGrpSpPr/>
              <p:nvPr/>
            </p:nvGrpSpPr>
            <p:grpSpPr>
              <a:xfrm>
                <a:off x="1143849" y="2019385"/>
                <a:ext cx="2566548" cy="2973607"/>
                <a:chOff x="1645805" y="2019385"/>
                <a:chExt cx="2566548" cy="2973607"/>
              </a:xfrm>
            </p:grpSpPr>
            <p:sp>
              <p:nvSpPr>
                <p:cNvPr id="7" name="Rectangle: Rounded Corners 6">
                  <a:extLst>
                    <a:ext uri="{FF2B5EF4-FFF2-40B4-BE49-F238E27FC236}">
                      <a16:creationId xmlns:a16="http://schemas.microsoft.com/office/drawing/2014/main" id="{A31567AE-FE17-3657-50D3-FB4FF700745C}"/>
                    </a:ext>
                  </a:extLst>
                </p:cNvPr>
                <p:cNvSpPr/>
                <p:nvPr/>
              </p:nvSpPr>
              <p:spPr>
                <a:xfrm>
                  <a:off x="2258555" y="2379565"/>
                  <a:ext cx="1953798" cy="2613427"/>
                </a:xfrm>
                <a:prstGeom prst="roundRect">
                  <a:avLst/>
                </a:prstGeom>
                <a:noFill/>
                <a:ln w="444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" name="Rectangle: Rounded Corners 7">
                  <a:extLst>
                    <a:ext uri="{FF2B5EF4-FFF2-40B4-BE49-F238E27FC236}">
                      <a16:creationId xmlns:a16="http://schemas.microsoft.com/office/drawing/2014/main" id="{AF9FB47A-8DB6-1AE8-A92A-C937DBC481A6}"/>
                    </a:ext>
                  </a:extLst>
                </p:cNvPr>
                <p:cNvSpPr/>
                <p:nvPr/>
              </p:nvSpPr>
              <p:spPr>
                <a:xfrm>
                  <a:off x="1803109" y="2019385"/>
                  <a:ext cx="1953798" cy="2613427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254000" dist="190500" dir="3900000" sx="107000" sy="107000" algn="tl" rotWithShape="0">
                    <a:srgbClr val="FF0000">
                      <a:alpha val="76000"/>
                    </a:srgb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59B5A52-8721-CBB0-3CD8-B19491651EB4}"/>
                    </a:ext>
                  </a:extLst>
                </p:cNvPr>
                <p:cNvSpPr txBox="1"/>
                <p:nvPr/>
              </p:nvSpPr>
              <p:spPr>
                <a:xfrm>
                  <a:off x="1810675" y="2891224"/>
                  <a:ext cx="237448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 Rounded MT Bold" panose="020F0704030504030204" pitchFamily="34" charset="0"/>
                    </a:rPr>
                    <a:t>          HTML</a:t>
                  </a:r>
                  <a:endParaRPr lang="en-IN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CB2675D-0A47-C4E8-5C94-7D75A0AA9B7D}"/>
                    </a:ext>
                  </a:extLst>
                </p:cNvPr>
                <p:cNvSpPr txBox="1"/>
                <p:nvPr/>
              </p:nvSpPr>
              <p:spPr>
                <a:xfrm>
                  <a:off x="1645805" y="3388100"/>
                  <a:ext cx="203393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Gives structure to the </a:t>
                  </a:r>
                </a:p>
                <a:p>
                  <a:pPr algn="ctr"/>
                  <a:r>
                    <a:rPr lang="en-US" sz="1200" dirty="0"/>
                    <a:t>web page</a:t>
                  </a:r>
                  <a:endParaRPr lang="en-IN" sz="1200" dirty="0"/>
                </a:p>
              </p:txBody>
            </p: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E29653-E710-0FBF-6BE4-CFFDB039E721}"/>
                  </a:ext>
                </a:extLst>
              </p:cNvPr>
              <p:cNvSpPr txBox="1"/>
              <p:nvPr/>
            </p:nvSpPr>
            <p:spPr>
              <a:xfrm>
                <a:off x="2471688" y="4099424"/>
                <a:ext cx="6302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  <a:latin typeface="Arial Rounded MT Bold" panose="020F0704030504030204" pitchFamily="34" charset="0"/>
                  </a:rPr>
                  <a:t>01</a:t>
                </a:r>
                <a:endParaRPr lang="en-IN" sz="2400" dirty="0">
                  <a:solidFill>
                    <a:srgbClr val="FF0000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293FBC0-C2C2-BBA0-AE52-02AA76D19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7134" y="2749893"/>
              <a:ext cx="508650" cy="50865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CC17C00-2F31-BD8A-EC9D-F2B0C914394F}"/>
              </a:ext>
            </a:extLst>
          </p:cNvPr>
          <p:cNvGrpSpPr/>
          <p:nvPr/>
        </p:nvGrpSpPr>
        <p:grpSpPr>
          <a:xfrm>
            <a:off x="4417381" y="2905495"/>
            <a:ext cx="2674081" cy="2962721"/>
            <a:chOff x="4940845" y="2529928"/>
            <a:chExt cx="2674081" cy="296272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06B5733-C3F6-1A1B-2A66-F6A26DF9E02A}"/>
                </a:ext>
              </a:extLst>
            </p:cNvPr>
            <p:cNvGrpSpPr/>
            <p:nvPr/>
          </p:nvGrpSpPr>
          <p:grpSpPr>
            <a:xfrm>
              <a:off x="4940845" y="2529928"/>
              <a:ext cx="2674081" cy="2962721"/>
              <a:chOff x="4975570" y="2045274"/>
              <a:chExt cx="2674081" cy="2962721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F58C0F11-7193-1800-7043-8998A276D2ED}"/>
                  </a:ext>
                </a:extLst>
              </p:cNvPr>
              <p:cNvGrpSpPr/>
              <p:nvPr/>
            </p:nvGrpSpPr>
            <p:grpSpPr>
              <a:xfrm>
                <a:off x="4975570" y="2045274"/>
                <a:ext cx="2674081" cy="2962721"/>
                <a:chOff x="1538272" y="2030271"/>
                <a:chExt cx="2674081" cy="2962721"/>
              </a:xfrm>
            </p:grpSpPr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2E24293B-950E-466B-3278-57F33B307DA8}"/>
                    </a:ext>
                  </a:extLst>
                </p:cNvPr>
                <p:cNvSpPr/>
                <p:nvPr/>
              </p:nvSpPr>
              <p:spPr>
                <a:xfrm>
                  <a:off x="2258555" y="2379565"/>
                  <a:ext cx="1953798" cy="2613427"/>
                </a:xfrm>
                <a:prstGeom prst="roundRect">
                  <a:avLst/>
                </a:prstGeom>
                <a:noFill/>
                <a:ln w="444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" name="Rectangle: Rounded Corners 17">
                  <a:extLst>
                    <a:ext uri="{FF2B5EF4-FFF2-40B4-BE49-F238E27FC236}">
                      <a16:creationId xmlns:a16="http://schemas.microsoft.com/office/drawing/2014/main" id="{ADD3D75C-5AD2-4293-7D72-7BF5A74D63A8}"/>
                    </a:ext>
                  </a:extLst>
                </p:cNvPr>
                <p:cNvSpPr/>
                <p:nvPr/>
              </p:nvSpPr>
              <p:spPr>
                <a:xfrm>
                  <a:off x="1696478" y="2030271"/>
                  <a:ext cx="1953798" cy="2613427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254000" dist="190500" dir="3900000" sx="107000" sy="107000" algn="tl" rotWithShape="0">
                    <a:srgbClr val="0070C0">
                      <a:alpha val="76000"/>
                    </a:srgb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D5F8530-FBD8-B405-FAF8-69A3E00C3F25}"/>
                    </a:ext>
                  </a:extLst>
                </p:cNvPr>
                <p:cNvSpPr txBox="1"/>
                <p:nvPr/>
              </p:nvSpPr>
              <p:spPr>
                <a:xfrm>
                  <a:off x="1538272" y="2891103"/>
                  <a:ext cx="237448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 Rounded MT Bold" panose="020F0704030504030204" pitchFamily="34" charset="0"/>
                    </a:rPr>
                    <a:t>               CSS</a:t>
                  </a:r>
                  <a:endParaRPr lang="en-IN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1A59D6-FB13-1D42-D078-6A55188062BB}"/>
                  </a:ext>
                </a:extLst>
              </p:cNvPr>
              <p:cNvSpPr txBox="1"/>
              <p:nvPr/>
            </p:nvSpPr>
            <p:spPr>
              <a:xfrm>
                <a:off x="5146760" y="3393202"/>
                <a:ext cx="18491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 dirty="0"/>
                  <a:t>Adds style and design to the web page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4A8F863-2CE9-E83F-1FFF-7FCB7B181013}"/>
                  </a:ext>
                </a:extLst>
              </p:cNvPr>
              <p:cNvSpPr txBox="1"/>
              <p:nvPr/>
            </p:nvSpPr>
            <p:spPr>
              <a:xfrm>
                <a:off x="6477848" y="4109656"/>
                <a:ext cx="6302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00B0F0"/>
                    </a:solidFill>
                    <a:latin typeface="Arial Rounded MT Bold" panose="020F0704030504030204" pitchFamily="34" charset="0"/>
                  </a:rPr>
                  <a:t>02</a:t>
                </a:r>
                <a:endParaRPr lang="en-IN" sz="2400" dirty="0">
                  <a:solidFill>
                    <a:srgbClr val="00B0F0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7C0A372-8AA6-5B12-5B17-FF6C372EC6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3143" y="2749687"/>
              <a:ext cx="508650" cy="50865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CDBE5B0-BBB0-90CB-4B7D-94EB16C377F0}"/>
              </a:ext>
            </a:extLst>
          </p:cNvPr>
          <p:cNvGrpSpPr/>
          <p:nvPr/>
        </p:nvGrpSpPr>
        <p:grpSpPr>
          <a:xfrm>
            <a:off x="8035080" y="2882558"/>
            <a:ext cx="2687446" cy="2985658"/>
            <a:chOff x="8577027" y="2506991"/>
            <a:chExt cx="2687446" cy="2985658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BB0D21B-0619-E6DF-EB79-EB400808E9AA}"/>
                </a:ext>
              </a:extLst>
            </p:cNvPr>
            <p:cNvGrpSpPr/>
            <p:nvPr/>
          </p:nvGrpSpPr>
          <p:grpSpPr>
            <a:xfrm>
              <a:off x="8577027" y="2506991"/>
              <a:ext cx="2687446" cy="2985658"/>
              <a:chOff x="4962205" y="2022337"/>
              <a:chExt cx="2687446" cy="2985658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262F4836-3176-BC22-3762-5BFAA863C8D8}"/>
                  </a:ext>
                </a:extLst>
              </p:cNvPr>
              <p:cNvGrpSpPr/>
              <p:nvPr/>
            </p:nvGrpSpPr>
            <p:grpSpPr>
              <a:xfrm>
                <a:off x="4962205" y="2022337"/>
                <a:ext cx="2687446" cy="2985658"/>
                <a:chOff x="1524907" y="2007334"/>
                <a:chExt cx="2687446" cy="2985658"/>
              </a:xfrm>
            </p:grpSpPr>
            <p:sp>
              <p:nvSpPr>
                <p:cNvPr id="26" name="Rectangle: Rounded Corners 25">
                  <a:extLst>
                    <a:ext uri="{FF2B5EF4-FFF2-40B4-BE49-F238E27FC236}">
                      <a16:creationId xmlns:a16="http://schemas.microsoft.com/office/drawing/2014/main" id="{AB082352-7E5A-04B4-856F-46FA86AD1059}"/>
                    </a:ext>
                  </a:extLst>
                </p:cNvPr>
                <p:cNvSpPr/>
                <p:nvPr/>
              </p:nvSpPr>
              <p:spPr>
                <a:xfrm>
                  <a:off x="2258555" y="2379565"/>
                  <a:ext cx="1953798" cy="2613427"/>
                </a:xfrm>
                <a:prstGeom prst="roundRect">
                  <a:avLst/>
                </a:prstGeom>
                <a:noFill/>
                <a:ln w="4445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5A99F15E-AE70-B44A-3E2A-288CE77FB37F}"/>
                    </a:ext>
                  </a:extLst>
                </p:cNvPr>
                <p:cNvSpPr/>
                <p:nvPr/>
              </p:nvSpPr>
              <p:spPr>
                <a:xfrm>
                  <a:off x="1716978" y="2007334"/>
                  <a:ext cx="1953798" cy="2613427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254000" dist="190500" dir="3900000" sx="107000" sy="107000" algn="tl" rotWithShape="0">
                    <a:srgbClr val="7030A0">
                      <a:alpha val="76000"/>
                    </a:srgb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0FD7715-5EAA-AE0F-D0CA-A8F684562529}"/>
                    </a:ext>
                  </a:extLst>
                </p:cNvPr>
                <p:cNvSpPr txBox="1"/>
                <p:nvPr/>
              </p:nvSpPr>
              <p:spPr>
                <a:xfrm>
                  <a:off x="1524907" y="2930039"/>
                  <a:ext cx="237448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 Rounded MT Bold" panose="020F0704030504030204" pitchFamily="34" charset="0"/>
                    </a:rPr>
                    <a:t>JAVA SCRIPT</a:t>
                  </a:r>
                  <a:endParaRPr lang="en-IN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0077C0F-D864-D948-014F-3EA8DCD3CDFB}"/>
                  </a:ext>
                </a:extLst>
              </p:cNvPr>
              <p:cNvSpPr txBox="1"/>
              <p:nvPr/>
            </p:nvSpPr>
            <p:spPr>
              <a:xfrm>
                <a:off x="5258954" y="3388100"/>
                <a:ext cx="18491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 dirty="0"/>
                  <a:t>Makes the webpage interactive and dynamic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6DB0884-0B60-2718-91C2-FB3C9627015D}"/>
                  </a:ext>
                </a:extLst>
              </p:cNvPr>
              <p:cNvSpPr txBox="1"/>
              <p:nvPr/>
            </p:nvSpPr>
            <p:spPr>
              <a:xfrm>
                <a:off x="6477848" y="4109656"/>
                <a:ext cx="6302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7030A0"/>
                    </a:solidFill>
                    <a:latin typeface="Arial Rounded MT Bold" panose="020F0704030504030204" pitchFamily="34" charset="0"/>
                  </a:rPr>
                  <a:t>03</a:t>
                </a:r>
                <a:endParaRPr lang="en-IN" sz="2400" dirty="0">
                  <a:solidFill>
                    <a:srgbClr val="7030A0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3ED7181-176C-7F85-9277-6BF9778BF1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84646" y="2745421"/>
              <a:ext cx="554132" cy="576859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7C42BC3-6A42-4A25-5E05-7F0BC5468257}"/>
              </a:ext>
            </a:extLst>
          </p:cNvPr>
          <p:cNvGrpSpPr/>
          <p:nvPr/>
        </p:nvGrpSpPr>
        <p:grpSpPr>
          <a:xfrm>
            <a:off x="5974282" y="15948241"/>
            <a:ext cx="1916322" cy="2689105"/>
            <a:chOff x="8129683" y="3244034"/>
            <a:chExt cx="1916322" cy="2689105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9E7D1C1-07CD-701E-51FC-F11BB15BFEB0}"/>
                </a:ext>
              </a:extLst>
            </p:cNvPr>
            <p:cNvSpPr/>
            <p:nvPr/>
          </p:nvSpPr>
          <p:spPr>
            <a:xfrm>
              <a:off x="8182664" y="3244034"/>
              <a:ext cx="1745735" cy="268910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C2ED685-0FBA-B807-051F-B09C769E313A}"/>
                </a:ext>
              </a:extLst>
            </p:cNvPr>
            <p:cNvSpPr txBox="1"/>
            <p:nvPr/>
          </p:nvSpPr>
          <p:spPr>
            <a:xfrm>
              <a:off x="8129683" y="4765586"/>
              <a:ext cx="191632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 err="1">
                  <a:solidFill>
                    <a:srgbClr val="0A292C"/>
                  </a:solidFill>
                </a:rPr>
                <a:t>BookMyShow</a:t>
              </a:r>
              <a:endParaRPr lang="en-IN" sz="2400" b="1" dirty="0">
                <a:solidFill>
                  <a:srgbClr val="0A292C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2CAD46A-4F85-5F96-A201-D13384F986B8}"/>
              </a:ext>
            </a:extLst>
          </p:cNvPr>
          <p:cNvGrpSpPr/>
          <p:nvPr/>
        </p:nvGrpSpPr>
        <p:grpSpPr>
          <a:xfrm>
            <a:off x="7150647" y="8346865"/>
            <a:ext cx="2743867" cy="4434839"/>
            <a:chOff x="3638387" y="1498300"/>
            <a:chExt cx="2743867" cy="4434839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B937B15F-501F-ABA2-B0E1-6979D77936EE}"/>
                </a:ext>
              </a:extLst>
            </p:cNvPr>
            <p:cNvSpPr/>
            <p:nvPr/>
          </p:nvSpPr>
          <p:spPr>
            <a:xfrm>
              <a:off x="4401758" y="1498300"/>
              <a:ext cx="1745735" cy="4434839"/>
            </a:xfrm>
            <a:prstGeom prst="roundRect">
              <a:avLst>
                <a:gd name="adj" fmla="val 50000"/>
              </a:avLst>
            </a:prstGeom>
            <a:solidFill>
              <a:srgbClr val="0A292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57BCE92-B1D2-686D-7C5E-A37336FF2F54}"/>
                </a:ext>
              </a:extLst>
            </p:cNvPr>
            <p:cNvSpPr txBox="1"/>
            <p:nvPr/>
          </p:nvSpPr>
          <p:spPr>
            <a:xfrm>
              <a:off x="4848860" y="1720201"/>
              <a:ext cx="6807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7200" dirty="0">
                  <a:solidFill>
                    <a:srgbClr val="DBE91A"/>
                  </a:solidFill>
                  <a:latin typeface="Broadway" panose="04040905080B02020502" pitchFamily="82" charset="0"/>
                </a:rPr>
                <a:t>4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A1E76BC-EEC4-DC21-9BA9-BF5C8D730AC3}"/>
                </a:ext>
              </a:extLst>
            </p:cNvPr>
            <p:cNvSpPr txBox="1"/>
            <p:nvPr/>
          </p:nvSpPr>
          <p:spPr>
            <a:xfrm>
              <a:off x="3638387" y="4777377"/>
              <a:ext cx="27438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 algn="ctr"/>
              <a:r>
                <a:rPr lang="en-IN" sz="2400" dirty="0">
                  <a:solidFill>
                    <a:srgbClr val="FFFF00"/>
                  </a:solidFill>
                </a:rPr>
                <a:t>Portfolio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1095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C1757E-1871-A932-1409-C7667E75C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B983795-6588-4FC0-8620-8700401F454B}"/>
              </a:ext>
            </a:extLst>
          </p:cNvPr>
          <p:cNvGrpSpPr/>
          <p:nvPr/>
        </p:nvGrpSpPr>
        <p:grpSpPr>
          <a:xfrm>
            <a:off x="5042388" y="7905588"/>
            <a:ext cx="2572538" cy="2985658"/>
            <a:chOff x="5042388" y="2506991"/>
            <a:chExt cx="2572538" cy="2985658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C37B81C-297F-D2A1-EB85-43C4D3B84D87}"/>
                </a:ext>
              </a:extLst>
            </p:cNvPr>
            <p:cNvGrpSpPr/>
            <p:nvPr/>
          </p:nvGrpSpPr>
          <p:grpSpPr>
            <a:xfrm>
              <a:off x="5042388" y="2506991"/>
              <a:ext cx="2572538" cy="2985658"/>
              <a:chOff x="5077113" y="2022337"/>
              <a:chExt cx="2572538" cy="2985658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41819866-CA80-9C62-EA1F-5C40B36E8438}"/>
                  </a:ext>
                </a:extLst>
              </p:cNvPr>
              <p:cNvGrpSpPr/>
              <p:nvPr/>
            </p:nvGrpSpPr>
            <p:grpSpPr>
              <a:xfrm>
                <a:off x="5077113" y="2022337"/>
                <a:ext cx="2572538" cy="2985658"/>
                <a:chOff x="1639815" y="2007334"/>
                <a:chExt cx="2572538" cy="2985658"/>
              </a:xfrm>
            </p:grpSpPr>
            <p:sp>
              <p:nvSpPr>
                <p:cNvPr id="26" name="Rectangle: Rounded Corners 25">
                  <a:extLst>
                    <a:ext uri="{FF2B5EF4-FFF2-40B4-BE49-F238E27FC236}">
                      <a16:creationId xmlns:a16="http://schemas.microsoft.com/office/drawing/2014/main" id="{991F14CD-9A9D-CEA8-E907-2BE8DF72763A}"/>
                    </a:ext>
                  </a:extLst>
                </p:cNvPr>
                <p:cNvSpPr/>
                <p:nvPr/>
              </p:nvSpPr>
              <p:spPr>
                <a:xfrm>
                  <a:off x="2258555" y="2379565"/>
                  <a:ext cx="1953798" cy="2613427"/>
                </a:xfrm>
                <a:prstGeom prst="roundRect">
                  <a:avLst/>
                </a:prstGeom>
                <a:noFill/>
                <a:ln w="444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9EBA79B1-BF1C-11E0-FE53-0D2C7DADEC93}"/>
                    </a:ext>
                  </a:extLst>
                </p:cNvPr>
                <p:cNvSpPr/>
                <p:nvPr/>
              </p:nvSpPr>
              <p:spPr>
                <a:xfrm>
                  <a:off x="1716978" y="2007334"/>
                  <a:ext cx="1953798" cy="2613427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1C9BE9E8-74DB-E045-C3DF-63136E31109E}"/>
                    </a:ext>
                  </a:extLst>
                </p:cNvPr>
                <p:cNvSpPr txBox="1"/>
                <p:nvPr/>
              </p:nvSpPr>
              <p:spPr>
                <a:xfrm>
                  <a:off x="1639815" y="2891795"/>
                  <a:ext cx="237448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 Rounded MT Bold" panose="020F0704030504030204" pitchFamily="34" charset="0"/>
                    </a:rPr>
                    <a:t>               CSS</a:t>
                  </a:r>
                  <a:endParaRPr lang="en-IN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CEF1D59-ABAB-0052-4FEA-E0D07733C171}"/>
                  </a:ext>
                </a:extLst>
              </p:cNvPr>
              <p:cNvSpPr txBox="1"/>
              <p:nvPr/>
            </p:nvSpPr>
            <p:spPr>
              <a:xfrm>
                <a:off x="5146760" y="3393202"/>
                <a:ext cx="18491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 dirty="0"/>
                  <a:t>Adds style and design to the web page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433220B-980D-FC19-B9CF-C6B89A43EE11}"/>
                  </a:ext>
                </a:extLst>
              </p:cNvPr>
              <p:cNvSpPr txBox="1"/>
              <p:nvPr/>
            </p:nvSpPr>
            <p:spPr>
              <a:xfrm>
                <a:off x="6477848" y="4109656"/>
                <a:ext cx="6302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00B0F0"/>
                    </a:solidFill>
                    <a:latin typeface="Arial Rounded MT Bold" panose="020F0704030504030204" pitchFamily="34" charset="0"/>
                  </a:rPr>
                  <a:t>02</a:t>
                </a:r>
                <a:endParaRPr lang="en-IN" sz="2400" dirty="0">
                  <a:solidFill>
                    <a:srgbClr val="00B0F0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CC6B927-FC24-554A-E975-A3138EEA71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3143" y="2749687"/>
              <a:ext cx="508650" cy="508650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25D2AAE-DED1-2B06-1CF0-055CAEA01A11}"/>
              </a:ext>
            </a:extLst>
          </p:cNvPr>
          <p:cNvGrpSpPr/>
          <p:nvPr/>
        </p:nvGrpSpPr>
        <p:grpSpPr>
          <a:xfrm>
            <a:off x="2195474" y="1961777"/>
            <a:ext cx="1745735" cy="1745735"/>
            <a:chOff x="2516385" y="1498300"/>
            <a:chExt cx="1745735" cy="174573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C31B513-8073-1B0C-5236-3D6986205FC7}"/>
                </a:ext>
              </a:extLst>
            </p:cNvPr>
            <p:cNvSpPr/>
            <p:nvPr/>
          </p:nvSpPr>
          <p:spPr>
            <a:xfrm>
              <a:off x="2516385" y="1498300"/>
              <a:ext cx="1745735" cy="1745735"/>
            </a:xfrm>
            <a:prstGeom prst="ellipse">
              <a:avLst/>
            </a:prstGeom>
            <a:solidFill>
              <a:srgbClr val="0A292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20FC706-44EB-C716-90F9-676BC48C429D}"/>
                </a:ext>
              </a:extLst>
            </p:cNvPr>
            <p:cNvSpPr txBox="1"/>
            <p:nvPr/>
          </p:nvSpPr>
          <p:spPr>
            <a:xfrm>
              <a:off x="2965558" y="1720202"/>
              <a:ext cx="6807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7200" dirty="0">
                  <a:solidFill>
                    <a:srgbClr val="DBE91A"/>
                  </a:solidFill>
                  <a:latin typeface="Broadway" panose="04040905080B02020502" pitchFamily="82" charset="0"/>
                </a:rPr>
                <a:t>1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6197D6F-198C-AAC2-72CA-BE7E39E15DC2}"/>
              </a:ext>
            </a:extLst>
          </p:cNvPr>
          <p:cNvGrpSpPr/>
          <p:nvPr/>
        </p:nvGrpSpPr>
        <p:grpSpPr>
          <a:xfrm>
            <a:off x="2094706" y="3707511"/>
            <a:ext cx="1916322" cy="2689105"/>
            <a:chOff x="2415617" y="3244034"/>
            <a:chExt cx="1916322" cy="2689105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50B86D48-6C72-A11C-E6AC-D6CF96F038D7}"/>
                </a:ext>
              </a:extLst>
            </p:cNvPr>
            <p:cNvSpPr/>
            <p:nvPr/>
          </p:nvSpPr>
          <p:spPr>
            <a:xfrm>
              <a:off x="2516385" y="3244034"/>
              <a:ext cx="1745735" cy="2689105"/>
            </a:xfrm>
            <a:prstGeom prst="roundRect">
              <a:avLst>
                <a:gd name="adj" fmla="val 50000"/>
              </a:avLst>
            </a:prstGeom>
            <a:solidFill>
              <a:srgbClr val="0A292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4BA9726-0E95-F829-0731-601A6DF353F7}"/>
                </a:ext>
              </a:extLst>
            </p:cNvPr>
            <p:cNvSpPr txBox="1"/>
            <p:nvPr/>
          </p:nvSpPr>
          <p:spPr>
            <a:xfrm>
              <a:off x="2415617" y="4644773"/>
              <a:ext cx="191632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rgbClr val="FFFF00"/>
                  </a:solidFill>
                </a:rPr>
                <a:t>TO-DO</a:t>
              </a:r>
            </a:p>
            <a:p>
              <a:pPr algn="ctr"/>
              <a:r>
                <a:rPr lang="en-IN" sz="2400" b="1" dirty="0">
                  <a:solidFill>
                    <a:srgbClr val="FFFF00"/>
                  </a:solidFill>
                  <a:latin typeface="Bahnschrift Light Condensed" panose="020B0502040204020203" pitchFamily="34" charset="0"/>
                </a:rPr>
                <a:t>LIST</a:t>
              </a:r>
              <a:endParaRPr lang="en-IN" sz="2400" dirty="0">
                <a:solidFill>
                  <a:srgbClr val="FFFF00"/>
                </a:solidFill>
                <a:latin typeface="Bahnschrift Light Condensed" panose="020B0502040204020203" pitchFamily="34" charset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747F240-E3BA-3869-B5A6-F7E9D52101D7}"/>
              </a:ext>
            </a:extLst>
          </p:cNvPr>
          <p:cNvGrpSpPr/>
          <p:nvPr/>
        </p:nvGrpSpPr>
        <p:grpSpPr>
          <a:xfrm>
            <a:off x="3629546" y="1961777"/>
            <a:ext cx="2197036" cy="4434839"/>
            <a:chOff x="3950457" y="1498300"/>
            <a:chExt cx="2197036" cy="4434839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84E409AA-C935-95DB-DC81-62F3FBBAE4ED}"/>
                </a:ext>
              </a:extLst>
            </p:cNvPr>
            <p:cNvSpPr/>
            <p:nvPr/>
          </p:nvSpPr>
          <p:spPr>
            <a:xfrm>
              <a:off x="4401758" y="1498300"/>
              <a:ext cx="1745735" cy="4434839"/>
            </a:xfrm>
            <a:prstGeom prst="roundRect">
              <a:avLst>
                <a:gd name="adj" fmla="val 50000"/>
              </a:avLst>
            </a:prstGeom>
            <a:solidFill>
              <a:srgbClr val="0A292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D646A63-D5AC-1A91-B56E-1962028149B7}"/>
                </a:ext>
              </a:extLst>
            </p:cNvPr>
            <p:cNvSpPr txBox="1"/>
            <p:nvPr/>
          </p:nvSpPr>
          <p:spPr>
            <a:xfrm>
              <a:off x="4848860" y="1720201"/>
              <a:ext cx="6807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7200" dirty="0">
                  <a:solidFill>
                    <a:srgbClr val="DBE91A"/>
                  </a:solidFill>
                  <a:latin typeface="Broadway" panose="04040905080B02020502" pitchFamily="82" charset="0"/>
                </a:rPr>
                <a:t>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D665F4B-803E-378E-739B-ED5040B037F8}"/>
                </a:ext>
              </a:extLst>
            </p:cNvPr>
            <p:cNvSpPr txBox="1"/>
            <p:nvPr/>
          </p:nvSpPr>
          <p:spPr>
            <a:xfrm>
              <a:off x="3950457" y="4765586"/>
              <a:ext cx="21840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 algn="ctr"/>
              <a:r>
                <a:rPr lang="en-IN" sz="2400" b="1" dirty="0">
                  <a:solidFill>
                    <a:srgbClr val="FFFF00"/>
                  </a:solidFill>
                </a:rPr>
                <a:t>Tic-Tac-Toe</a:t>
              </a:r>
              <a:endParaRPr lang="en-IN" sz="24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B149922-82F7-55D2-2FD2-F088367C9C9E}"/>
              </a:ext>
            </a:extLst>
          </p:cNvPr>
          <p:cNvGrpSpPr/>
          <p:nvPr/>
        </p:nvGrpSpPr>
        <p:grpSpPr>
          <a:xfrm>
            <a:off x="6059576" y="1961777"/>
            <a:ext cx="1745735" cy="1745735"/>
            <a:chOff x="8182664" y="1498300"/>
            <a:chExt cx="1745735" cy="1745735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AFB2ADD4-B140-AC97-A09A-11EF456FD149}"/>
                </a:ext>
              </a:extLst>
            </p:cNvPr>
            <p:cNvSpPr/>
            <p:nvPr/>
          </p:nvSpPr>
          <p:spPr>
            <a:xfrm>
              <a:off x="8182664" y="1498300"/>
              <a:ext cx="1745735" cy="174573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B5B0BB4-E66C-CD79-37EB-8C0DAF10589F}"/>
                </a:ext>
              </a:extLst>
            </p:cNvPr>
            <p:cNvSpPr txBox="1"/>
            <p:nvPr/>
          </p:nvSpPr>
          <p:spPr>
            <a:xfrm>
              <a:off x="8634215" y="1720201"/>
              <a:ext cx="6807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7200" dirty="0">
                  <a:solidFill>
                    <a:srgbClr val="0A292C"/>
                  </a:solidFill>
                  <a:latin typeface="Broadway" panose="04040905080B02020502" pitchFamily="82" charset="0"/>
                </a:rPr>
                <a:t>3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AFAC1D4-9F2A-D688-973C-EE6D0E6E7DCB}"/>
              </a:ext>
            </a:extLst>
          </p:cNvPr>
          <p:cNvGrpSpPr/>
          <p:nvPr/>
        </p:nvGrpSpPr>
        <p:grpSpPr>
          <a:xfrm>
            <a:off x="5974282" y="3707511"/>
            <a:ext cx="1916322" cy="2689105"/>
            <a:chOff x="8129683" y="3244034"/>
            <a:chExt cx="1916322" cy="2689105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6C019295-D420-DEAC-1AD4-20F65D1B3CAD}"/>
                </a:ext>
              </a:extLst>
            </p:cNvPr>
            <p:cNvSpPr/>
            <p:nvPr/>
          </p:nvSpPr>
          <p:spPr>
            <a:xfrm>
              <a:off x="8182664" y="3244034"/>
              <a:ext cx="1745735" cy="268910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3801D96-AEEB-93A0-187C-47696CCBA307}"/>
                </a:ext>
              </a:extLst>
            </p:cNvPr>
            <p:cNvSpPr txBox="1"/>
            <p:nvPr/>
          </p:nvSpPr>
          <p:spPr>
            <a:xfrm>
              <a:off x="8129683" y="4765586"/>
              <a:ext cx="19163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 err="1">
                  <a:solidFill>
                    <a:srgbClr val="0A292C"/>
                  </a:solidFill>
                  <a:latin typeface="+mj-lt"/>
                </a:rPr>
                <a:t>BookMyShow</a:t>
              </a:r>
              <a:endParaRPr lang="en-IN" sz="2400" b="1" dirty="0">
                <a:solidFill>
                  <a:srgbClr val="0A292C"/>
                </a:solidFill>
                <a:latin typeface="+mj-lt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9D65014-AD93-62EF-5347-502D78E61363}"/>
              </a:ext>
            </a:extLst>
          </p:cNvPr>
          <p:cNvGrpSpPr/>
          <p:nvPr/>
        </p:nvGrpSpPr>
        <p:grpSpPr>
          <a:xfrm>
            <a:off x="7162297" y="1949985"/>
            <a:ext cx="2743867" cy="4434839"/>
            <a:chOff x="3638387" y="1498300"/>
            <a:chExt cx="2743867" cy="443483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DD5239D-3D58-751F-15B5-0FA04B868E96}"/>
                </a:ext>
              </a:extLst>
            </p:cNvPr>
            <p:cNvSpPr/>
            <p:nvPr/>
          </p:nvSpPr>
          <p:spPr>
            <a:xfrm>
              <a:off x="4401758" y="1498300"/>
              <a:ext cx="1745735" cy="4434839"/>
            </a:xfrm>
            <a:prstGeom prst="roundRect">
              <a:avLst>
                <a:gd name="adj" fmla="val 50000"/>
              </a:avLst>
            </a:prstGeom>
            <a:solidFill>
              <a:srgbClr val="0A292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30739B6-E404-DD77-A8B7-4AC9385E44B4}"/>
                </a:ext>
              </a:extLst>
            </p:cNvPr>
            <p:cNvSpPr txBox="1"/>
            <p:nvPr/>
          </p:nvSpPr>
          <p:spPr>
            <a:xfrm>
              <a:off x="4848860" y="1720201"/>
              <a:ext cx="6807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7200" dirty="0">
                  <a:solidFill>
                    <a:srgbClr val="DBE91A"/>
                  </a:solidFill>
                  <a:latin typeface="Broadway" panose="04040905080B02020502" pitchFamily="82" charset="0"/>
                </a:rPr>
                <a:t>4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4C9A161-59CC-4B22-4D34-F03DD0013339}"/>
                </a:ext>
              </a:extLst>
            </p:cNvPr>
            <p:cNvSpPr txBox="1"/>
            <p:nvPr/>
          </p:nvSpPr>
          <p:spPr>
            <a:xfrm>
              <a:off x="3638387" y="4777377"/>
              <a:ext cx="27438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 algn="ctr"/>
              <a:r>
                <a:rPr lang="en-IN" sz="2400" dirty="0">
                  <a:solidFill>
                    <a:srgbClr val="FFFF00"/>
                  </a:solidFill>
                </a:rPr>
                <a:t>Portfolio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3A365AA-7171-2D01-7694-B0BEF13EBE1B}"/>
              </a:ext>
            </a:extLst>
          </p:cNvPr>
          <p:cNvSpPr txBox="1"/>
          <p:nvPr/>
        </p:nvSpPr>
        <p:spPr>
          <a:xfrm>
            <a:off x="1901054" y="635808"/>
            <a:ext cx="68974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rgbClr val="0A2F5C"/>
                </a:solidFill>
                <a:latin typeface="Broadway" panose="04040905080B02020502" pitchFamily="82" charset="0"/>
              </a:rPr>
              <a:t>Projects</a:t>
            </a:r>
            <a:endParaRPr lang="en-IN" sz="5400" b="1" dirty="0">
              <a:solidFill>
                <a:schemeClr val="accent6">
                  <a:lumMod val="75000"/>
                </a:schemeClr>
              </a:solidFill>
              <a:latin typeface="Bradley Hand ITC" panose="03070402050302030203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4F0DA2-6A0B-3C21-69FC-2D7C98E6DF60}"/>
              </a:ext>
            </a:extLst>
          </p:cNvPr>
          <p:cNvSpPr txBox="1"/>
          <p:nvPr/>
        </p:nvSpPr>
        <p:spPr>
          <a:xfrm>
            <a:off x="973515" y="-1400400"/>
            <a:ext cx="93752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rgbClr val="0A2F5C"/>
                </a:solidFill>
                <a:latin typeface="Broadway" panose="04040905080B02020502" pitchFamily="82" charset="0"/>
              </a:rPr>
              <a:t>The Building Blocks</a:t>
            </a:r>
            <a:endParaRPr lang="en-IN" sz="5400" b="1" dirty="0">
              <a:solidFill>
                <a:schemeClr val="accent6">
                  <a:lumMod val="75000"/>
                </a:schemeClr>
              </a:solidFill>
              <a:latin typeface="Bradley Hand ITC" panose="03070402050302030203" pitchFamily="66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C5A1BCB-D01C-DCBC-86E8-FF7A1A98D0B0}"/>
              </a:ext>
            </a:extLst>
          </p:cNvPr>
          <p:cNvGrpSpPr/>
          <p:nvPr/>
        </p:nvGrpSpPr>
        <p:grpSpPr>
          <a:xfrm>
            <a:off x="1143849" y="10796211"/>
            <a:ext cx="2566548" cy="2985658"/>
            <a:chOff x="1143849" y="2491988"/>
            <a:chExt cx="2566548" cy="298565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CF6ECDB-A2F1-1AAF-497F-206E9698EE58}"/>
                </a:ext>
              </a:extLst>
            </p:cNvPr>
            <p:cNvGrpSpPr/>
            <p:nvPr/>
          </p:nvGrpSpPr>
          <p:grpSpPr>
            <a:xfrm>
              <a:off x="1143849" y="2491988"/>
              <a:ext cx="2566548" cy="2985658"/>
              <a:chOff x="1143849" y="2007334"/>
              <a:chExt cx="2566548" cy="2985658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65C6AD65-7BA6-F186-AC7C-F32FB4798B57}"/>
                  </a:ext>
                </a:extLst>
              </p:cNvPr>
              <p:cNvGrpSpPr/>
              <p:nvPr/>
            </p:nvGrpSpPr>
            <p:grpSpPr>
              <a:xfrm>
                <a:off x="1143849" y="2007334"/>
                <a:ext cx="2566548" cy="2985658"/>
                <a:chOff x="1645805" y="2007334"/>
                <a:chExt cx="2566548" cy="2985658"/>
              </a:xfrm>
            </p:grpSpPr>
            <p:sp>
              <p:nvSpPr>
                <p:cNvPr id="16" name="Rectangle: Rounded Corners 15">
                  <a:extLst>
                    <a:ext uri="{FF2B5EF4-FFF2-40B4-BE49-F238E27FC236}">
                      <a16:creationId xmlns:a16="http://schemas.microsoft.com/office/drawing/2014/main" id="{80181BAA-DA91-BA3F-B995-128593F2CEB0}"/>
                    </a:ext>
                  </a:extLst>
                </p:cNvPr>
                <p:cNvSpPr/>
                <p:nvPr/>
              </p:nvSpPr>
              <p:spPr>
                <a:xfrm>
                  <a:off x="2258555" y="2379565"/>
                  <a:ext cx="1953798" cy="2613427"/>
                </a:xfrm>
                <a:prstGeom prst="roundRect">
                  <a:avLst/>
                </a:prstGeom>
                <a:noFill/>
                <a:ln w="444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2F9E03D3-9F93-AA9F-052D-21CA23E26F9D}"/>
                    </a:ext>
                  </a:extLst>
                </p:cNvPr>
                <p:cNvSpPr/>
                <p:nvPr/>
              </p:nvSpPr>
              <p:spPr>
                <a:xfrm>
                  <a:off x="1716978" y="2007334"/>
                  <a:ext cx="1953798" cy="2613427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7B74F9C-7CCD-5760-0DE4-DF3C61D6C5D1}"/>
                    </a:ext>
                  </a:extLst>
                </p:cNvPr>
                <p:cNvSpPr txBox="1"/>
                <p:nvPr/>
              </p:nvSpPr>
              <p:spPr>
                <a:xfrm>
                  <a:off x="1780348" y="2891795"/>
                  <a:ext cx="237448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 Rounded MT Bold" panose="020F0704030504030204" pitchFamily="34" charset="0"/>
                    </a:rPr>
                    <a:t>          HTML</a:t>
                  </a:r>
                  <a:endParaRPr lang="en-IN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CD25071-34D4-21FC-E5EE-D5F3C28166CF}"/>
                    </a:ext>
                  </a:extLst>
                </p:cNvPr>
                <p:cNvSpPr txBox="1"/>
                <p:nvPr/>
              </p:nvSpPr>
              <p:spPr>
                <a:xfrm>
                  <a:off x="1645805" y="3388100"/>
                  <a:ext cx="203393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Gives structure to the </a:t>
                  </a:r>
                </a:p>
                <a:p>
                  <a:pPr algn="ctr"/>
                  <a:r>
                    <a:rPr lang="en-US" sz="1200" dirty="0"/>
                    <a:t>web page</a:t>
                  </a:r>
                  <a:endParaRPr lang="en-IN" sz="1200" dirty="0"/>
                </a:p>
              </p:txBody>
            </p:sp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54937FA-0ADD-C0B2-648B-71D598571B63}"/>
                  </a:ext>
                </a:extLst>
              </p:cNvPr>
              <p:cNvSpPr txBox="1"/>
              <p:nvPr/>
            </p:nvSpPr>
            <p:spPr>
              <a:xfrm>
                <a:off x="2471688" y="4099424"/>
                <a:ext cx="6302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  <a:latin typeface="Arial Rounded MT Bold" panose="020F0704030504030204" pitchFamily="34" charset="0"/>
                  </a:rPr>
                  <a:t>01</a:t>
                </a:r>
                <a:endParaRPr lang="en-IN" sz="2400" dirty="0">
                  <a:solidFill>
                    <a:srgbClr val="FF0000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A50C6D0-32A3-63EE-1E64-6EE7E6C1D9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6494" y="2749893"/>
              <a:ext cx="508650" cy="50865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1924DA4-614C-8AF9-D48C-D8B6F581DAB5}"/>
              </a:ext>
            </a:extLst>
          </p:cNvPr>
          <p:cNvGrpSpPr/>
          <p:nvPr/>
        </p:nvGrpSpPr>
        <p:grpSpPr>
          <a:xfrm>
            <a:off x="8577027" y="11366335"/>
            <a:ext cx="2687446" cy="2985658"/>
            <a:chOff x="8577027" y="2506991"/>
            <a:chExt cx="2687446" cy="298565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1F94868-7AF0-4F5A-F234-CE427A873995}"/>
                </a:ext>
              </a:extLst>
            </p:cNvPr>
            <p:cNvGrpSpPr/>
            <p:nvPr/>
          </p:nvGrpSpPr>
          <p:grpSpPr>
            <a:xfrm>
              <a:off x="8577027" y="2506991"/>
              <a:ext cx="2687446" cy="2985658"/>
              <a:chOff x="4962205" y="2022337"/>
              <a:chExt cx="2687446" cy="2985658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DF6BA48F-2570-E0AC-2CCA-A85563315C49}"/>
                  </a:ext>
                </a:extLst>
              </p:cNvPr>
              <p:cNvGrpSpPr/>
              <p:nvPr/>
            </p:nvGrpSpPr>
            <p:grpSpPr>
              <a:xfrm>
                <a:off x="4962205" y="2022337"/>
                <a:ext cx="2687446" cy="2985658"/>
                <a:chOff x="1524907" y="2007334"/>
                <a:chExt cx="2687446" cy="2985658"/>
              </a:xfrm>
            </p:grpSpPr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270753F6-BF9F-A374-5A96-7725D527E0DC}"/>
                    </a:ext>
                  </a:extLst>
                </p:cNvPr>
                <p:cNvSpPr/>
                <p:nvPr/>
              </p:nvSpPr>
              <p:spPr>
                <a:xfrm>
                  <a:off x="2258555" y="2379565"/>
                  <a:ext cx="1953798" cy="2613427"/>
                </a:xfrm>
                <a:prstGeom prst="roundRect">
                  <a:avLst/>
                </a:prstGeom>
                <a:noFill/>
                <a:ln w="4445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FF2E30A1-9B11-3486-1985-00C3A2A2E916}"/>
                    </a:ext>
                  </a:extLst>
                </p:cNvPr>
                <p:cNvSpPr/>
                <p:nvPr/>
              </p:nvSpPr>
              <p:spPr>
                <a:xfrm>
                  <a:off x="1716978" y="2007334"/>
                  <a:ext cx="1953798" cy="2613427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7E2A6A37-7FFF-2FE2-8909-2D83406D8914}"/>
                    </a:ext>
                  </a:extLst>
                </p:cNvPr>
                <p:cNvSpPr txBox="1"/>
                <p:nvPr/>
              </p:nvSpPr>
              <p:spPr>
                <a:xfrm>
                  <a:off x="1524907" y="2930039"/>
                  <a:ext cx="237448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 Rounded MT Bold" panose="020F0704030504030204" pitchFamily="34" charset="0"/>
                    </a:rPr>
                    <a:t>JAVA SCRIPT</a:t>
                  </a:r>
                  <a:endParaRPr lang="en-IN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3238F78-6125-5B7D-6940-E7B9B7CE1876}"/>
                  </a:ext>
                </a:extLst>
              </p:cNvPr>
              <p:cNvSpPr txBox="1"/>
              <p:nvPr/>
            </p:nvSpPr>
            <p:spPr>
              <a:xfrm>
                <a:off x="5258954" y="3388100"/>
                <a:ext cx="18491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 dirty="0"/>
                  <a:t>Makes the webpage interactive and dynamic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4588F24-EA50-E1AE-D4EF-62770C8383DC}"/>
                  </a:ext>
                </a:extLst>
              </p:cNvPr>
              <p:cNvSpPr txBox="1"/>
              <p:nvPr/>
            </p:nvSpPr>
            <p:spPr>
              <a:xfrm>
                <a:off x="6477848" y="4109656"/>
                <a:ext cx="6302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7030A0"/>
                    </a:solidFill>
                    <a:latin typeface="Arial Rounded MT Bold" panose="020F0704030504030204" pitchFamily="34" charset="0"/>
                  </a:rPr>
                  <a:t>03</a:t>
                </a:r>
                <a:endParaRPr lang="en-IN" sz="2400" dirty="0">
                  <a:solidFill>
                    <a:srgbClr val="7030A0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F9899062-5068-23DA-1E8D-21F53BCAF5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84646" y="2745421"/>
              <a:ext cx="554132" cy="576859"/>
            </a:xfrm>
            <a:prstGeom prst="rect">
              <a:avLst/>
            </a:prstGeom>
          </p:spPr>
        </p:pic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1B5BD9C0-7263-28B5-74AB-1DE419E1B5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1612" y="7857097"/>
            <a:ext cx="4519581" cy="639403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1A8204A-15DA-9D5F-D1C0-A6B181A425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70414" y="2523094"/>
            <a:ext cx="5466502" cy="386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958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79F79-2FEC-7EB6-E20E-BC07DB340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B3CF457-D10B-6E7D-6DF4-53627792AE2B}"/>
              </a:ext>
            </a:extLst>
          </p:cNvPr>
          <p:cNvGrpSpPr/>
          <p:nvPr/>
        </p:nvGrpSpPr>
        <p:grpSpPr>
          <a:xfrm>
            <a:off x="2195474" y="10260960"/>
            <a:ext cx="1745735" cy="1745735"/>
            <a:chOff x="2516385" y="1498300"/>
            <a:chExt cx="1745735" cy="1745735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EAFABB0-7496-E485-0294-0526349A6014}"/>
                </a:ext>
              </a:extLst>
            </p:cNvPr>
            <p:cNvSpPr/>
            <p:nvPr/>
          </p:nvSpPr>
          <p:spPr>
            <a:xfrm>
              <a:off x="2516385" y="1498300"/>
              <a:ext cx="1745735" cy="1745735"/>
            </a:xfrm>
            <a:prstGeom prst="ellipse">
              <a:avLst/>
            </a:prstGeom>
            <a:solidFill>
              <a:srgbClr val="0A292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D8BB79-5E70-7AA6-A26D-DA0F5A4EEC13}"/>
                </a:ext>
              </a:extLst>
            </p:cNvPr>
            <p:cNvSpPr txBox="1"/>
            <p:nvPr/>
          </p:nvSpPr>
          <p:spPr>
            <a:xfrm>
              <a:off x="2965558" y="1720202"/>
              <a:ext cx="6807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7200" dirty="0">
                  <a:solidFill>
                    <a:srgbClr val="DBE91A"/>
                  </a:solidFill>
                  <a:latin typeface="Broadway" panose="04040905080B02020502" pitchFamily="82" charset="0"/>
                </a:rPr>
                <a:t>1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EC14A4E-1F7D-4B0C-B97A-F0C2447A3D45}"/>
              </a:ext>
            </a:extLst>
          </p:cNvPr>
          <p:cNvGrpSpPr/>
          <p:nvPr/>
        </p:nvGrpSpPr>
        <p:grpSpPr>
          <a:xfrm>
            <a:off x="2094706" y="15081459"/>
            <a:ext cx="1916322" cy="2689105"/>
            <a:chOff x="2415617" y="3244034"/>
            <a:chExt cx="1916322" cy="2689105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8FE0513-62C6-EEC7-4F79-C166C806ABD2}"/>
                </a:ext>
              </a:extLst>
            </p:cNvPr>
            <p:cNvSpPr/>
            <p:nvPr/>
          </p:nvSpPr>
          <p:spPr>
            <a:xfrm>
              <a:off x="2516385" y="3244034"/>
              <a:ext cx="1745735" cy="2689105"/>
            </a:xfrm>
            <a:prstGeom prst="roundRect">
              <a:avLst>
                <a:gd name="adj" fmla="val 50000"/>
              </a:avLst>
            </a:prstGeom>
            <a:solidFill>
              <a:srgbClr val="0A292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9F379C0-A6C2-ACD8-8694-D7E10E348CAA}"/>
                </a:ext>
              </a:extLst>
            </p:cNvPr>
            <p:cNvSpPr txBox="1"/>
            <p:nvPr/>
          </p:nvSpPr>
          <p:spPr>
            <a:xfrm>
              <a:off x="2415617" y="4644773"/>
              <a:ext cx="191632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rgbClr val="FFFF00"/>
                  </a:solidFill>
                </a:rPr>
                <a:t>TO-DO</a:t>
              </a:r>
            </a:p>
            <a:p>
              <a:pPr algn="ctr"/>
              <a:r>
                <a:rPr lang="en-IN" sz="2400" b="1" dirty="0">
                  <a:solidFill>
                    <a:srgbClr val="FFFF00"/>
                  </a:solidFill>
                  <a:latin typeface="Bahnschrift Light Condensed" panose="020B0502040204020203" pitchFamily="34" charset="0"/>
                </a:rPr>
                <a:t>LIST</a:t>
              </a:r>
              <a:endParaRPr lang="en-IN" sz="2400" dirty="0">
                <a:solidFill>
                  <a:srgbClr val="FFFF00"/>
                </a:solidFill>
                <a:latin typeface="Bahnschrift Light Condensed" panose="020B0502040204020203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86B0D0-7027-F1F0-F1BC-4D77269BD6BD}"/>
              </a:ext>
            </a:extLst>
          </p:cNvPr>
          <p:cNvGrpSpPr/>
          <p:nvPr/>
        </p:nvGrpSpPr>
        <p:grpSpPr>
          <a:xfrm>
            <a:off x="3629546" y="10852005"/>
            <a:ext cx="2197036" cy="4434839"/>
            <a:chOff x="3950457" y="1498300"/>
            <a:chExt cx="2197036" cy="443483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5DC4F2EC-D540-E3C4-3D81-26982C8966A4}"/>
                </a:ext>
              </a:extLst>
            </p:cNvPr>
            <p:cNvSpPr/>
            <p:nvPr/>
          </p:nvSpPr>
          <p:spPr>
            <a:xfrm>
              <a:off x="4401758" y="1498300"/>
              <a:ext cx="1745735" cy="4434839"/>
            </a:xfrm>
            <a:prstGeom prst="roundRect">
              <a:avLst>
                <a:gd name="adj" fmla="val 50000"/>
              </a:avLst>
            </a:prstGeom>
            <a:solidFill>
              <a:srgbClr val="0A292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3805671-95A2-0AC2-D288-558535FE9AE9}"/>
                </a:ext>
              </a:extLst>
            </p:cNvPr>
            <p:cNvSpPr txBox="1"/>
            <p:nvPr/>
          </p:nvSpPr>
          <p:spPr>
            <a:xfrm>
              <a:off x="4848860" y="1720201"/>
              <a:ext cx="6807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7200" dirty="0">
                  <a:solidFill>
                    <a:srgbClr val="DBE91A"/>
                  </a:solidFill>
                  <a:latin typeface="Broadway" panose="04040905080B02020502" pitchFamily="82" charset="0"/>
                </a:rPr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FAD33BD-3C8D-1DBE-6931-B7CBDA8F2102}"/>
                </a:ext>
              </a:extLst>
            </p:cNvPr>
            <p:cNvSpPr txBox="1"/>
            <p:nvPr/>
          </p:nvSpPr>
          <p:spPr>
            <a:xfrm>
              <a:off x="3950457" y="4765586"/>
              <a:ext cx="21840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 algn="ctr"/>
              <a:r>
                <a:rPr lang="en-IN" sz="2400" b="1" dirty="0">
                  <a:solidFill>
                    <a:srgbClr val="FFFF00"/>
                  </a:solidFill>
                </a:rPr>
                <a:t>Tic-Tac-Toe</a:t>
              </a:r>
              <a:endParaRPr lang="en-IN" sz="24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5BBC982-79EF-F028-1A43-C6F37E656376}"/>
              </a:ext>
            </a:extLst>
          </p:cNvPr>
          <p:cNvGrpSpPr/>
          <p:nvPr/>
        </p:nvGrpSpPr>
        <p:grpSpPr>
          <a:xfrm>
            <a:off x="6059576" y="12756649"/>
            <a:ext cx="1745735" cy="1745735"/>
            <a:chOff x="8182664" y="1498300"/>
            <a:chExt cx="1745735" cy="1745735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D2F479-3070-8823-CBA3-DCAA4FB34110}"/>
                </a:ext>
              </a:extLst>
            </p:cNvPr>
            <p:cNvSpPr/>
            <p:nvPr/>
          </p:nvSpPr>
          <p:spPr>
            <a:xfrm>
              <a:off x="8182664" y="1498300"/>
              <a:ext cx="1745735" cy="174573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2CEECCE-D8CA-AC22-E880-2C17E2948103}"/>
                </a:ext>
              </a:extLst>
            </p:cNvPr>
            <p:cNvSpPr txBox="1"/>
            <p:nvPr/>
          </p:nvSpPr>
          <p:spPr>
            <a:xfrm>
              <a:off x="8634215" y="1720201"/>
              <a:ext cx="6807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7200" dirty="0">
                  <a:solidFill>
                    <a:srgbClr val="0A292C"/>
                  </a:solidFill>
                  <a:latin typeface="Broadway" panose="04040905080B02020502" pitchFamily="82" charset="0"/>
                </a:rPr>
                <a:t>3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EB00159-6EE1-2B08-0B06-865A7E1B6CE7}"/>
              </a:ext>
            </a:extLst>
          </p:cNvPr>
          <p:cNvGrpSpPr/>
          <p:nvPr/>
        </p:nvGrpSpPr>
        <p:grpSpPr>
          <a:xfrm>
            <a:off x="5974282" y="15948241"/>
            <a:ext cx="1916322" cy="2689105"/>
            <a:chOff x="8129683" y="3244034"/>
            <a:chExt cx="1916322" cy="2689105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C5B4C23B-C86E-B309-E82E-D12B5C51A7AD}"/>
                </a:ext>
              </a:extLst>
            </p:cNvPr>
            <p:cNvSpPr/>
            <p:nvPr/>
          </p:nvSpPr>
          <p:spPr>
            <a:xfrm>
              <a:off x="8182664" y="3244034"/>
              <a:ext cx="1745735" cy="268910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B3BCDED-B21F-FE19-9E44-B962541BEA3D}"/>
                </a:ext>
              </a:extLst>
            </p:cNvPr>
            <p:cNvSpPr txBox="1"/>
            <p:nvPr/>
          </p:nvSpPr>
          <p:spPr>
            <a:xfrm>
              <a:off x="8129683" y="4765586"/>
              <a:ext cx="191632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 err="1">
                  <a:solidFill>
                    <a:srgbClr val="0A292C"/>
                  </a:solidFill>
                </a:rPr>
                <a:t>BookMyShow</a:t>
              </a:r>
              <a:endParaRPr lang="en-IN" sz="2400" b="1" dirty="0">
                <a:solidFill>
                  <a:srgbClr val="0A292C"/>
                </a:solidFill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4866C77-CD18-B887-8169-5D11D6BAB760}"/>
              </a:ext>
            </a:extLst>
          </p:cNvPr>
          <p:cNvSpPr txBox="1"/>
          <p:nvPr/>
        </p:nvSpPr>
        <p:spPr>
          <a:xfrm>
            <a:off x="1685129" y="-1412310"/>
            <a:ext cx="689748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solidFill>
                  <a:srgbClr val="0A2F5C"/>
                </a:solidFill>
                <a:latin typeface="Broadway" panose="04040905080B02020502" pitchFamily="82" charset="0"/>
              </a:rPr>
              <a:t>Projects</a:t>
            </a:r>
            <a:endParaRPr lang="en-IN" sz="6600" b="1" dirty="0">
              <a:solidFill>
                <a:schemeClr val="accent6">
                  <a:lumMod val="75000"/>
                </a:schemeClr>
              </a:solidFill>
              <a:latin typeface="Bradley Hand ITC" panose="03070402050302030203" pitchFamily="66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EB01C0-4618-B0C7-1FD3-A612D24D6947}"/>
              </a:ext>
            </a:extLst>
          </p:cNvPr>
          <p:cNvSpPr txBox="1"/>
          <p:nvPr/>
        </p:nvSpPr>
        <p:spPr>
          <a:xfrm>
            <a:off x="319616" y="455425"/>
            <a:ext cx="117209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dirty="0">
                <a:solidFill>
                  <a:srgbClr val="111827"/>
                </a:solidFill>
                <a:latin typeface="Bodoni MT Black" panose="02070A03080606020203" pitchFamily="18" charset="0"/>
              </a:rPr>
              <a:t>Certificate</a:t>
            </a:r>
            <a:endParaRPr lang="en-IN" sz="8000" dirty="0">
              <a:solidFill>
                <a:srgbClr val="111827"/>
              </a:solidFill>
              <a:latin typeface="Bodoni MT Black" panose="02070A03080606020203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EF5F01-13EB-9DF0-A719-54310E86E8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847" y="231981"/>
            <a:ext cx="4519581" cy="63940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103FDD-59B6-367C-85D6-2F26A8FB1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16" y="2708731"/>
            <a:ext cx="5466502" cy="386173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186B30D-8E15-4894-E305-33CCD9B5F884}"/>
              </a:ext>
            </a:extLst>
          </p:cNvPr>
          <p:cNvGrpSpPr/>
          <p:nvPr/>
        </p:nvGrpSpPr>
        <p:grpSpPr>
          <a:xfrm>
            <a:off x="7150647" y="8163985"/>
            <a:ext cx="2743867" cy="4434839"/>
            <a:chOff x="3638387" y="1498300"/>
            <a:chExt cx="2743867" cy="443483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249B530-EEAC-6E89-3412-8AF8FA926A8F}"/>
                </a:ext>
              </a:extLst>
            </p:cNvPr>
            <p:cNvSpPr/>
            <p:nvPr/>
          </p:nvSpPr>
          <p:spPr>
            <a:xfrm>
              <a:off x="4401758" y="1498300"/>
              <a:ext cx="1745735" cy="4434839"/>
            </a:xfrm>
            <a:prstGeom prst="roundRect">
              <a:avLst>
                <a:gd name="adj" fmla="val 50000"/>
              </a:avLst>
            </a:prstGeom>
            <a:solidFill>
              <a:srgbClr val="0A292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A724CAE-CD84-5267-3509-C1354FE059FA}"/>
                </a:ext>
              </a:extLst>
            </p:cNvPr>
            <p:cNvSpPr txBox="1"/>
            <p:nvPr/>
          </p:nvSpPr>
          <p:spPr>
            <a:xfrm>
              <a:off x="4848860" y="1720201"/>
              <a:ext cx="6807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7200" dirty="0">
                  <a:solidFill>
                    <a:srgbClr val="DBE91A"/>
                  </a:solidFill>
                  <a:latin typeface="Broadway" panose="04040905080B02020502" pitchFamily="82" charset="0"/>
                </a:rPr>
                <a:t>4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5E0D315-859B-D1F5-CD7D-CEB4471568D4}"/>
                </a:ext>
              </a:extLst>
            </p:cNvPr>
            <p:cNvSpPr txBox="1"/>
            <p:nvPr/>
          </p:nvSpPr>
          <p:spPr>
            <a:xfrm>
              <a:off x="3638387" y="4777377"/>
              <a:ext cx="27438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 algn="ctr"/>
              <a:r>
                <a:rPr lang="en-IN" sz="2400" dirty="0">
                  <a:solidFill>
                    <a:srgbClr val="FFFF00"/>
                  </a:solidFill>
                </a:rPr>
                <a:t>Portfolio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1307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93AB9-CFC7-923C-936C-235FB110E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E9C11AB-D141-EF2E-24FA-F88969E070F0}"/>
              </a:ext>
            </a:extLst>
          </p:cNvPr>
          <p:cNvGrpSpPr/>
          <p:nvPr/>
        </p:nvGrpSpPr>
        <p:grpSpPr>
          <a:xfrm>
            <a:off x="2195474" y="10260960"/>
            <a:ext cx="1745735" cy="1745735"/>
            <a:chOff x="2516385" y="1498300"/>
            <a:chExt cx="1745735" cy="1745735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0B482D0-36D5-DD31-73D5-C3D8C17194A9}"/>
                </a:ext>
              </a:extLst>
            </p:cNvPr>
            <p:cNvSpPr/>
            <p:nvPr/>
          </p:nvSpPr>
          <p:spPr>
            <a:xfrm>
              <a:off x="2516385" y="1498300"/>
              <a:ext cx="1745735" cy="1745735"/>
            </a:xfrm>
            <a:prstGeom prst="ellipse">
              <a:avLst/>
            </a:prstGeom>
            <a:solidFill>
              <a:srgbClr val="0A292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8AFD481-46FE-D999-8F48-79A5A4E4B18A}"/>
                </a:ext>
              </a:extLst>
            </p:cNvPr>
            <p:cNvSpPr txBox="1"/>
            <p:nvPr/>
          </p:nvSpPr>
          <p:spPr>
            <a:xfrm>
              <a:off x="2965558" y="1720202"/>
              <a:ext cx="6807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7200" dirty="0">
                  <a:solidFill>
                    <a:srgbClr val="DBE91A"/>
                  </a:solidFill>
                  <a:latin typeface="Broadway" panose="04040905080B02020502" pitchFamily="82" charset="0"/>
                </a:rPr>
                <a:t>1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6A2F99-BD93-17A8-0421-B3BF8DAA06BA}"/>
              </a:ext>
            </a:extLst>
          </p:cNvPr>
          <p:cNvGrpSpPr/>
          <p:nvPr/>
        </p:nvGrpSpPr>
        <p:grpSpPr>
          <a:xfrm>
            <a:off x="2094706" y="15081459"/>
            <a:ext cx="1916322" cy="2689105"/>
            <a:chOff x="2415617" y="3244034"/>
            <a:chExt cx="1916322" cy="2689105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05B765A-9F92-2984-CC4F-931B94B1ACA6}"/>
                </a:ext>
              </a:extLst>
            </p:cNvPr>
            <p:cNvSpPr/>
            <p:nvPr/>
          </p:nvSpPr>
          <p:spPr>
            <a:xfrm>
              <a:off x="2516385" y="3244034"/>
              <a:ext cx="1745735" cy="2689105"/>
            </a:xfrm>
            <a:prstGeom prst="roundRect">
              <a:avLst>
                <a:gd name="adj" fmla="val 50000"/>
              </a:avLst>
            </a:prstGeom>
            <a:solidFill>
              <a:srgbClr val="0A292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2702FC7-828F-5A4F-0892-668CFA057331}"/>
                </a:ext>
              </a:extLst>
            </p:cNvPr>
            <p:cNvSpPr txBox="1"/>
            <p:nvPr/>
          </p:nvSpPr>
          <p:spPr>
            <a:xfrm>
              <a:off x="2415617" y="4644773"/>
              <a:ext cx="191632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rgbClr val="FFFF00"/>
                  </a:solidFill>
                </a:rPr>
                <a:t>TO-DO</a:t>
              </a:r>
            </a:p>
            <a:p>
              <a:pPr algn="ctr"/>
              <a:r>
                <a:rPr lang="en-IN" sz="2400" b="1" dirty="0">
                  <a:solidFill>
                    <a:srgbClr val="FFFF00"/>
                  </a:solidFill>
                  <a:latin typeface="Bahnschrift Light Condensed" panose="020B0502040204020203" pitchFamily="34" charset="0"/>
                </a:rPr>
                <a:t>LIST</a:t>
              </a:r>
              <a:endParaRPr lang="en-IN" sz="2400" dirty="0">
                <a:solidFill>
                  <a:srgbClr val="FFFF00"/>
                </a:solidFill>
                <a:latin typeface="Bahnschrift Light Condensed" panose="020B0502040204020203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B012FDE-85B6-A27F-EE81-8A7A8356CFBB}"/>
              </a:ext>
            </a:extLst>
          </p:cNvPr>
          <p:cNvGrpSpPr/>
          <p:nvPr/>
        </p:nvGrpSpPr>
        <p:grpSpPr>
          <a:xfrm>
            <a:off x="3629546" y="10852005"/>
            <a:ext cx="2197036" cy="4434839"/>
            <a:chOff x="3950457" y="1498300"/>
            <a:chExt cx="2197036" cy="443483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BE66C427-AFFD-C0F3-5C91-107BFCA3FBF8}"/>
                </a:ext>
              </a:extLst>
            </p:cNvPr>
            <p:cNvSpPr/>
            <p:nvPr/>
          </p:nvSpPr>
          <p:spPr>
            <a:xfrm>
              <a:off x="4401758" y="1498300"/>
              <a:ext cx="1745735" cy="4434839"/>
            </a:xfrm>
            <a:prstGeom prst="roundRect">
              <a:avLst>
                <a:gd name="adj" fmla="val 50000"/>
              </a:avLst>
            </a:prstGeom>
            <a:solidFill>
              <a:srgbClr val="0A292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DD07752-864A-AE80-6B37-EB7B0AAC0C02}"/>
                </a:ext>
              </a:extLst>
            </p:cNvPr>
            <p:cNvSpPr txBox="1"/>
            <p:nvPr/>
          </p:nvSpPr>
          <p:spPr>
            <a:xfrm>
              <a:off x="4848860" y="1720201"/>
              <a:ext cx="6807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7200" dirty="0">
                  <a:solidFill>
                    <a:srgbClr val="DBE91A"/>
                  </a:solidFill>
                  <a:latin typeface="Broadway" panose="04040905080B02020502" pitchFamily="82" charset="0"/>
                </a:rPr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9430FEE-6C93-F113-44BD-4685DEBC43E0}"/>
                </a:ext>
              </a:extLst>
            </p:cNvPr>
            <p:cNvSpPr txBox="1"/>
            <p:nvPr/>
          </p:nvSpPr>
          <p:spPr>
            <a:xfrm>
              <a:off x="3950457" y="4765586"/>
              <a:ext cx="21840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 algn="ctr"/>
              <a:r>
                <a:rPr lang="en-IN" sz="2400" b="1" dirty="0">
                  <a:solidFill>
                    <a:srgbClr val="FFFF00"/>
                  </a:solidFill>
                </a:rPr>
                <a:t>Tic-Tac-Toe</a:t>
              </a:r>
              <a:endParaRPr lang="en-IN" sz="24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C082C38-EBBA-4E12-09DC-1193A1230599}"/>
              </a:ext>
            </a:extLst>
          </p:cNvPr>
          <p:cNvGrpSpPr/>
          <p:nvPr/>
        </p:nvGrpSpPr>
        <p:grpSpPr>
          <a:xfrm>
            <a:off x="6059576" y="12756649"/>
            <a:ext cx="1745735" cy="1745735"/>
            <a:chOff x="8182664" y="1498300"/>
            <a:chExt cx="1745735" cy="1745735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40E9C40-5E27-3A6A-A769-30C20A452C34}"/>
                </a:ext>
              </a:extLst>
            </p:cNvPr>
            <p:cNvSpPr/>
            <p:nvPr/>
          </p:nvSpPr>
          <p:spPr>
            <a:xfrm>
              <a:off x="8182664" y="1498300"/>
              <a:ext cx="1745735" cy="174573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D491A23-1F57-E96B-D906-56B973E8E5A6}"/>
                </a:ext>
              </a:extLst>
            </p:cNvPr>
            <p:cNvSpPr txBox="1"/>
            <p:nvPr/>
          </p:nvSpPr>
          <p:spPr>
            <a:xfrm>
              <a:off x="8634215" y="1720201"/>
              <a:ext cx="6807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7200" dirty="0">
                  <a:solidFill>
                    <a:srgbClr val="0A292C"/>
                  </a:solidFill>
                  <a:latin typeface="Broadway" panose="04040905080B02020502" pitchFamily="82" charset="0"/>
                </a:rPr>
                <a:t>3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3CF9F09-4727-9E17-0C0B-FF8C47A0C65F}"/>
              </a:ext>
            </a:extLst>
          </p:cNvPr>
          <p:cNvGrpSpPr/>
          <p:nvPr/>
        </p:nvGrpSpPr>
        <p:grpSpPr>
          <a:xfrm>
            <a:off x="5974282" y="15948241"/>
            <a:ext cx="1916322" cy="2689105"/>
            <a:chOff x="8129683" y="3244034"/>
            <a:chExt cx="1916322" cy="2689105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36D9F0AB-2BF0-44CE-14D9-8564E9DCD0F0}"/>
                </a:ext>
              </a:extLst>
            </p:cNvPr>
            <p:cNvSpPr/>
            <p:nvPr/>
          </p:nvSpPr>
          <p:spPr>
            <a:xfrm>
              <a:off x="8182664" y="3244034"/>
              <a:ext cx="1745735" cy="268910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4E20D32-779B-34A4-B26B-CE6454FE1A10}"/>
                </a:ext>
              </a:extLst>
            </p:cNvPr>
            <p:cNvSpPr txBox="1"/>
            <p:nvPr/>
          </p:nvSpPr>
          <p:spPr>
            <a:xfrm>
              <a:off x="8129683" y="4765586"/>
              <a:ext cx="191632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 err="1">
                  <a:solidFill>
                    <a:srgbClr val="0A292C"/>
                  </a:solidFill>
                </a:rPr>
                <a:t>BookMyShow</a:t>
              </a:r>
              <a:endParaRPr lang="en-IN" sz="2400" b="1" dirty="0">
                <a:solidFill>
                  <a:srgbClr val="0A292C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73DC7A4-D72F-4C51-2281-34096541A7CD}"/>
              </a:ext>
            </a:extLst>
          </p:cNvPr>
          <p:cNvGrpSpPr/>
          <p:nvPr/>
        </p:nvGrpSpPr>
        <p:grpSpPr>
          <a:xfrm>
            <a:off x="7210677" y="8543711"/>
            <a:ext cx="2743867" cy="4434839"/>
            <a:chOff x="3686767" y="1498300"/>
            <a:chExt cx="2743867" cy="443483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BE72450A-2D0B-70CD-430B-455BB25F4423}"/>
                </a:ext>
              </a:extLst>
            </p:cNvPr>
            <p:cNvSpPr/>
            <p:nvPr/>
          </p:nvSpPr>
          <p:spPr>
            <a:xfrm>
              <a:off x="4401758" y="1498300"/>
              <a:ext cx="1745735" cy="4434839"/>
            </a:xfrm>
            <a:prstGeom prst="roundRect">
              <a:avLst>
                <a:gd name="adj" fmla="val 50000"/>
              </a:avLst>
            </a:prstGeom>
            <a:solidFill>
              <a:srgbClr val="0A292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49C7ABF-4957-A4EA-EE00-A3905C235C21}"/>
                </a:ext>
              </a:extLst>
            </p:cNvPr>
            <p:cNvSpPr txBox="1"/>
            <p:nvPr/>
          </p:nvSpPr>
          <p:spPr>
            <a:xfrm>
              <a:off x="4848860" y="1720201"/>
              <a:ext cx="6807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7200" dirty="0">
                  <a:solidFill>
                    <a:srgbClr val="DBE91A"/>
                  </a:solidFill>
                  <a:latin typeface="Broadway" panose="04040905080B02020502" pitchFamily="82" charset="0"/>
                </a:rPr>
                <a:t>4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D26D6DD-DFDB-F4C1-DA46-F862FC5CA461}"/>
                </a:ext>
              </a:extLst>
            </p:cNvPr>
            <p:cNvSpPr txBox="1"/>
            <p:nvPr/>
          </p:nvSpPr>
          <p:spPr>
            <a:xfrm>
              <a:off x="3686767" y="4543352"/>
              <a:ext cx="274386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 algn="ctr"/>
              <a:r>
                <a:rPr lang="en-IN" sz="2400" dirty="0">
                  <a:solidFill>
                    <a:srgbClr val="FFFF00"/>
                  </a:solidFill>
                </a:rPr>
                <a:t>Zomato </a:t>
              </a:r>
            </a:p>
            <a:p>
              <a:pPr lvl="1" algn="ctr"/>
              <a:r>
                <a:rPr lang="en-IN" sz="2400" dirty="0">
                  <a:solidFill>
                    <a:srgbClr val="FFFF00"/>
                  </a:solidFill>
                </a:rPr>
                <a:t>landing page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2B3105C-B87C-95D3-CE91-E8E5A3689EAC}"/>
              </a:ext>
            </a:extLst>
          </p:cNvPr>
          <p:cNvSpPr txBox="1"/>
          <p:nvPr/>
        </p:nvSpPr>
        <p:spPr>
          <a:xfrm>
            <a:off x="1685129" y="-1412310"/>
            <a:ext cx="689748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solidFill>
                  <a:srgbClr val="0A2F5C"/>
                </a:solidFill>
                <a:latin typeface="Broadway" panose="04040905080B02020502" pitchFamily="82" charset="0"/>
              </a:rPr>
              <a:t>Projects</a:t>
            </a:r>
            <a:endParaRPr lang="en-IN" sz="6600" b="1" dirty="0">
              <a:solidFill>
                <a:schemeClr val="accent6">
                  <a:lumMod val="75000"/>
                </a:schemeClr>
              </a:solidFill>
              <a:latin typeface="Bradley Hand ITC" panose="03070402050302030203" pitchFamily="66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812B75-7B57-775B-7458-1CA5682C5E00}"/>
              </a:ext>
            </a:extLst>
          </p:cNvPr>
          <p:cNvSpPr txBox="1"/>
          <p:nvPr/>
        </p:nvSpPr>
        <p:spPr>
          <a:xfrm>
            <a:off x="1685129" y="2751864"/>
            <a:ext cx="117209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rgbClr val="111827"/>
                </a:solidFill>
                <a:latin typeface="Bodoni MT Black" panose="02070A03080606020203" pitchFamily="18" charset="0"/>
              </a:rPr>
              <a:t>THANK YOU</a:t>
            </a:r>
            <a:endParaRPr lang="en-IN" sz="8000" dirty="0">
              <a:solidFill>
                <a:srgbClr val="111827"/>
              </a:solidFill>
              <a:latin typeface="Bodoni MT Black" panose="02070A03080606020203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7526B5-E9D3-A710-EB06-49A1ADE10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1612" y="7857097"/>
            <a:ext cx="4519581" cy="63940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1ED7A29-C881-1667-285F-2C6EDD2C8C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70414" y="2523094"/>
            <a:ext cx="5466502" cy="386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380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</TotalTime>
  <Words>168</Words>
  <Application>Microsoft Office PowerPoint</Application>
  <PresentationFormat>Widescreen</PresentationFormat>
  <Paragraphs>95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</vt:lpstr>
      <vt:lpstr>Arial Black</vt:lpstr>
      <vt:lpstr>Arial Rounded MT Bold</vt:lpstr>
      <vt:lpstr>Bahnschrift Light Condensed</vt:lpstr>
      <vt:lpstr>Bodoni MT Black</vt:lpstr>
      <vt:lpstr>Bradley Hand ITC</vt:lpstr>
      <vt:lpstr>Broadway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ABHOY DAS</dc:creator>
  <cp:lastModifiedBy>Anand Kumar</cp:lastModifiedBy>
  <cp:revision>30</cp:revision>
  <dcterms:created xsi:type="dcterms:W3CDTF">2025-09-21T21:38:11Z</dcterms:created>
  <dcterms:modified xsi:type="dcterms:W3CDTF">2025-11-08T05:53:04Z</dcterms:modified>
</cp:coreProperties>
</file>